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1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7" r:id="rId9"/>
    <p:sldId id="268" r:id="rId10"/>
    <p:sldId id="263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66" autoAdjust="0"/>
  </p:normalViewPr>
  <p:slideViewPr>
    <p:cSldViewPr snapToGrid="0" snapToObjects="1">
      <p:cViewPr varScale="1">
        <p:scale>
          <a:sx n="75" d="100"/>
          <a:sy n="75" d="100"/>
        </p:scale>
        <p:origin x="936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hyperlink" Target="https://skepticalscience.com/print.php?n=4174" TargetMode="External"/><Relationship Id="rId2" Type="http://schemas.openxmlformats.org/officeDocument/2006/relationships/image" Target="../media/image8.jpg"/><Relationship Id="rId1" Type="http://schemas.openxmlformats.org/officeDocument/2006/relationships/image" Target="../media/image7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hyperlink" Target="https://skepticalscience.com/print.php?n=4174" TargetMode="External"/><Relationship Id="rId2" Type="http://schemas.openxmlformats.org/officeDocument/2006/relationships/image" Target="../media/image8.jpg"/><Relationship Id="rId1" Type="http://schemas.openxmlformats.org/officeDocument/2006/relationships/image" Target="../media/image7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9F13A1-BEFF-4267-92BD-7511D4E85D6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6A574B5-FA8E-485A-B513-EB806AB17838}">
      <dgm:prSet phldrT="[Text]" custT="1"/>
      <dgm:spPr/>
      <dgm:t>
        <a:bodyPr/>
        <a:lstStyle/>
        <a:p>
          <a:r>
            <a:rPr lang="en-GB" sz="2200" b="1" dirty="0"/>
            <a:t>1. Discovering Patterns in Changing Weather</a:t>
          </a:r>
          <a:endParaRPr lang="en-GB" sz="2200" dirty="0"/>
        </a:p>
      </dgm:t>
    </dgm:pt>
    <dgm:pt modelId="{818FADF2-CE38-4F49-A6B4-CC3F16EAE526}" type="parTrans" cxnId="{DBDA7755-ABC5-46AE-AD28-1FC6E20B51FB}">
      <dgm:prSet/>
      <dgm:spPr/>
      <dgm:t>
        <a:bodyPr/>
        <a:lstStyle/>
        <a:p>
          <a:endParaRPr lang="en-GB"/>
        </a:p>
      </dgm:t>
    </dgm:pt>
    <dgm:pt modelId="{C6BAEA4D-95AB-4E50-9898-9DAEC5342213}" type="sibTrans" cxnId="{DBDA7755-ABC5-46AE-AD28-1FC6E20B51FB}">
      <dgm:prSet/>
      <dgm:spPr/>
      <dgm:t>
        <a:bodyPr/>
        <a:lstStyle/>
        <a:p>
          <a:endParaRPr lang="en-GB"/>
        </a:p>
      </dgm:t>
    </dgm:pt>
    <dgm:pt modelId="{0A850B3B-0866-4193-9788-9742956B5B0B}">
      <dgm:prSet phldrT="[Text]" custT="1"/>
      <dgm:spPr/>
      <dgm:t>
        <a:bodyPr/>
        <a:lstStyle/>
        <a:p>
          <a:r>
            <a:rPr lang="en-GB" sz="1000" b="1" u="sng" dirty="0"/>
            <a:t> What if</a:t>
          </a:r>
          <a:r>
            <a:rPr lang="en-GB" sz="1000" u="sng" dirty="0"/>
            <a:t> </a:t>
          </a:r>
          <a:r>
            <a:rPr lang="en-GB" sz="1000" u="none" dirty="0"/>
            <a:t>h</a:t>
          </a:r>
          <a:r>
            <a:rPr lang="en-GB" sz="1000" dirty="0"/>
            <a:t>idden weather patterns – missed by traditional methods – could reveal early signs of climate shifts?</a:t>
          </a:r>
        </a:p>
      </dgm:t>
    </dgm:pt>
    <dgm:pt modelId="{941B9450-8190-4628-B8A7-686BF4441BAF}" type="parTrans" cxnId="{A453669A-61D9-4098-838E-77199F61A2F9}">
      <dgm:prSet/>
      <dgm:spPr/>
      <dgm:t>
        <a:bodyPr/>
        <a:lstStyle/>
        <a:p>
          <a:endParaRPr lang="en-GB"/>
        </a:p>
      </dgm:t>
    </dgm:pt>
    <dgm:pt modelId="{1A2383AA-4AEB-4023-8F87-A7F2CF680BC9}" type="sibTrans" cxnId="{A453669A-61D9-4098-838E-77199F61A2F9}">
      <dgm:prSet/>
      <dgm:spPr/>
      <dgm:t>
        <a:bodyPr/>
        <a:lstStyle/>
        <a:p>
          <a:endParaRPr lang="en-GB"/>
        </a:p>
      </dgm:t>
    </dgm:pt>
    <dgm:pt modelId="{2F61A094-51D5-4E47-948C-2811474D46E5}">
      <dgm:prSet phldrT="[Text]" custT="1"/>
      <dgm:spPr/>
      <dgm:t>
        <a:bodyPr/>
        <a:lstStyle/>
        <a:p>
          <a:r>
            <a:rPr lang="en-GB" sz="2200" b="1" dirty="0"/>
            <a:t>2. Better Forecasts Through Tuning</a:t>
          </a:r>
          <a:endParaRPr lang="en-GB" sz="2200" dirty="0"/>
        </a:p>
      </dgm:t>
    </dgm:pt>
    <dgm:pt modelId="{270D243D-A465-4504-9F48-51CD77417C83}" type="parTrans" cxnId="{E711C9D9-79D3-4B17-8AFB-C3ABC6DB43F7}">
      <dgm:prSet/>
      <dgm:spPr/>
      <dgm:t>
        <a:bodyPr/>
        <a:lstStyle/>
        <a:p>
          <a:endParaRPr lang="en-GB"/>
        </a:p>
      </dgm:t>
    </dgm:pt>
    <dgm:pt modelId="{384A1E1B-62C1-4E0A-9FBD-122F92DD62E2}" type="sibTrans" cxnId="{E711C9D9-79D3-4B17-8AFB-C3ABC6DB43F7}">
      <dgm:prSet/>
      <dgm:spPr/>
      <dgm:t>
        <a:bodyPr/>
        <a:lstStyle/>
        <a:p>
          <a:endParaRPr lang="en-GB"/>
        </a:p>
      </dgm:t>
    </dgm:pt>
    <dgm:pt modelId="{A3B3C00F-1293-411B-BE8E-DC001269AF56}">
      <dgm:prSet phldrT="[Text]" custT="1"/>
      <dgm:spPr/>
      <dgm:t>
        <a:bodyPr/>
        <a:lstStyle/>
        <a:p>
          <a:r>
            <a:rPr lang="en-GB" sz="1000" b="1" u="sng" dirty="0"/>
            <a:t> What if </a:t>
          </a:r>
          <a:r>
            <a:rPr lang="en-GB" sz="1000" b="0" u="none" dirty="0"/>
            <a:t>tweaking model settings (hyperparameters) Could dramatically boost the accuracy of long-term climate forecasts?</a:t>
          </a:r>
        </a:p>
      </dgm:t>
    </dgm:pt>
    <dgm:pt modelId="{10B604C1-6D31-4D5F-A592-513B425B550A}" type="parTrans" cxnId="{84ED7A6D-39DC-445B-947E-827E31276DB1}">
      <dgm:prSet/>
      <dgm:spPr/>
      <dgm:t>
        <a:bodyPr/>
        <a:lstStyle/>
        <a:p>
          <a:endParaRPr lang="en-GB"/>
        </a:p>
      </dgm:t>
    </dgm:pt>
    <dgm:pt modelId="{B22D52D0-EF15-47D4-BA4F-9F83401DFB96}" type="sibTrans" cxnId="{84ED7A6D-39DC-445B-947E-827E31276DB1}">
      <dgm:prSet/>
      <dgm:spPr/>
      <dgm:t>
        <a:bodyPr/>
        <a:lstStyle/>
        <a:p>
          <a:endParaRPr lang="en-GB"/>
        </a:p>
      </dgm:t>
    </dgm:pt>
    <dgm:pt modelId="{066C3357-FFF1-4B36-8E72-556B4EC7FA02}">
      <dgm:prSet phldrT="[Text]" custT="1"/>
      <dgm:spPr/>
      <dgm:t>
        <a:bodyPr/>
        <a:lstStyle/>
        <a:p>
          <a:r>
            <a:rPr lang="en-GB" sz="2200" b="1" dirty="0"/>
            <a:t>3. Seeing Weather with Machine Learning</a:t>
          </a:r>
          <a:endParaRPr lang="en-GB" sz="2200" dirty="0"/>
        </a:p>
      </dgm:t>
    </dgm:pt>
    <dgm:pt modelId="{C47EE886-DD7B-4824-A1F0-2C8F2004A791}" type="parTrans" cxnId="{E09BA487-ABC3-4002-AC0C-CD5571A22738}">
      <dgm:prSet/>
      <dgm:spPr/>
      <dgm:t>
        <a:bodyPr/>
        <a:lstStyle/>
        <a:p>
          <a:endParaRPr lang="en-GB"/>
        </a:p>
      </dgm:t>
    </dgm:pt>
    <dgm:pt modelId="{D2D96C41-855A-40AC-B78D-D0EFBE04A986}" type="sibTrans" cxnId="{E09BA487-ABC3-4002-AC0C-CD5571A22738}">
      <dgm:prSet/>
      <dgm:spPr/>
      <dgm:t>
        <a:bodyPr/>
        <a:lstStyle/>
        <a:p>
          <a:endParaRPr lang="en-GB"/>
        </a:p>
      </dgm:t>
    </dgm:pt>
    <dgm:pt modelId="{49B27EAE-88B7-4FF9-8445-F35407A6D030}">
      <dgm:prSet phldrT="[Text]" custT="1"/>
      <dgm:spPr/>
      <dgm:t>
        <a:bodyPr/>
        <a:lstStyle/>
        <a:p>
          <a:r>
            <a:rPr lang="en-GB" sz="1000" b="1" u="sng" dirty="0">
              <a:solidFill>
                <a:schemeClr val="tx1"/>
              </a:solidFill>
            </a:rPr>
            <a:t> What if </a:t>
          </a:r>
          <a:r>
            <a:rPr lang="en-GB" sz="1000" b="0" u="none" dirty="0">
              <a:solidFill>
                <a:schemeClr val="tx1"/>
              </a:solidFill>
            </a:rPr>
            <a:t>machines could visually read radar-style weather patterns to detect early signs of dangerous change</a:t>
          </a:r>
          <a:endParaRPr lang="en-GB" sz="1000" dirty="0">
            <a:solidFill>
              <a:schemeClr val="tx1"/>
            </a:solidFill>
          </a:endParaRPr>
        </a:p>
      </dgm:t>
    </dgm:pt>
    <dgm:pt modelId="{7D64C826-EE90-4EC9-A37B-1CC536EC121B}" type="parTrans" cxnId="{5B7BBB92-E29B-49EE-B7D9-5975C18D763C}">
      <dgm:prSet/>
      <dgm:spPr/>
      <dgm:t>
        <a:bodyPr/>
        <a:lstStyle/>
        <a:p>
          <a:endParaRPr lang="en-GB"/>
        </a:p>
      </dgm:t>
    </dgm:pt>
    <dgm:pt modelId="{BF2322D3-735E-4881-A6CF-3248CEE37A99}" type="sibTrans" cxnId="{5B7BBB92-E29B-49EE-B7D9-5975C18D763C}">
      <dgm:prSet/>
      <dgm:spPr/>
      <dgm:t>
        <a:bodyPr/>
        <a:lstStyle/>
        <a:p>
          <a:endParaRPr lang="en-GB"/>
        </a:p>
      </dgm:t>
    </dgm:pt>
    <dgm:pt modelId="{2938A82B-FD1E-43F0-8182-529A7F8654B3}">
      <dgm:prSet phldrT="[Text]" custT="1"/>
      <dgm:spPr/>
      <dgm:t>
        <a:bodyPr/>
        <a:lstStyle/>
        <a:p>
          <a:r>
            <a:rPr lang="en-GB" sz="1000" b="1" dirty="0"/>
            <a:t> Goal</a:t>
          </a:r>
          <a:r>
            <a:rPr lang="en-GB" sz="1000" dirty="0"/>
            <a:t>: Identify early warning signs of changing climate behaviour before they escalate into more extreme or widespread events!</a:t>
          </a:r>
        </a:p>
      </dgm:t>
    </dgm:pt>
    <dgm:pt modelId="{7AB4CD68-3715-4E6B-9C8E-CFA49F8A1BA4}" type="parTrans" cxnId="{CE5C2B00-3B5C-4A7A-91CE-11E9EECC6F5C}">
      <dgm:prSet/>
      <dgm:spPr/>
      <dgm:t>
        <a:bodyPr/>
        <a:lstStyle/>
        <a:p>
          <a:endParaRPr lang="en-GB"/>
        </a:p>
      </dgm:t>
    </dgm:pt>
    <dgm:pt modelId="{D13584D9-3053-4D29-99A1-EF179DF6E64A}" type="sibTrans" cxnId="{CE5C2B00-3B5C-4A7A-91CE-11E9EECC6F5C}">
      <dgm:prSet/>
      <dgm:spPr/>
      <dgm:t>
        <a:bodyPr/>
        <a:lstStyle/>
        <a:p>
          <a:endParaRPr lang="en-GB"/>
        </a:p>
      </dgm:t>
    </dgm:pt>
    <dgm:pt modelId="{537A4C80-3BB5-4302-A855-AF4C6FFAF322}">
      <dgm:prSet phldrT="[Text]" custT="1"/>
      <dgm:spPr/>
      <dgm:t>
        <a:bodyPr/>
        <a:lstStyle/>
        <a:p>
          <a:r>
            <a:rPr lang="en-GB" sz="1000" b="1" u="none" dirty="0"/>
            <a:t> Approach</a:t>
          </a:r>
          <a:r>
            <a:rPr lang="en-GB" sz="1000" u="none" dirty="0"/>
            <a:t>: Use </a:t>
          </a:r>
          <a:r>
            <a:rPr lang="en-GB" sz="1000" i="1" u="none" dirty="0"/>
            <a:t>Bayesians optimisation </a:t>
          </a:r>
          <a:r>
            <a:rPr lang="en-GB" sz="1000" u="none" dirty="0"/>
            <a:t>to fine tune a CNN (Convolution Neutral Network) model for predicting future weather patterns</a:t>
          </a:r>
        </a:p>
      </dgm:t>
    </dgm:pt>
    <dgm:pt modelId="{FF84037A-11D4-4632-847A-8BB8949C6611}" type="parTrans" cxnId="{46370888-7878-43B4-8586-42F84916D262}">
      <dgm:prSet/>
      <dgm:spPr/>
      <dgm:t>
        <a:bodyPr/>
        <a:lstStyle/>
        <a:p>
          <a:endParaRPr lang="en-GB"/>
        </a:p>
      </dgm:t>
    </dgm:pt>
    <dgm:pt modelId="{76A2CB3C-1F59-4ADF-A96C-73D2FB145F29}" type="sibTrans" cxnId="{46370888-7878-43B4-8586-42F84916D262}">
      <dgm:prSet/>
      <dgm:spPr/>
      <dgm:t>
        <a:bodyPr/>
        <a:lstStyle/>
        <a:p>
          <a:endParaRPr lang="en-GB"/>
        </a:p>
      </dgm:t>
    </dgm:pt>
    <dgm:pt modelId="{F3856BBE-C580-43D3-BC6E-944C72BFBA6C}">
      <dgm:prSet phldrT="[Text]" custT="1"/>
      <dgm:spPr/>
      <dgm:t>
        <a:bodyPr/>
        <a:lstStyle/>
        <a:p>
          <a:r>
            <a:rPr lang="en-GB" sz="1000" b="1" dirty="0"/>
            <a:t> Approach</a:t>
          </a:r>
          <a:r>
            <a:rPr lang="en-GB" sz="1000" dirty="0"/>
            <a:t>: </a:t>
          </a:r>
          <a:r>
            <a:rPr lang="en-GB" sz="1000" i="1" dirty="0"/>
            <a:t>Unsupervised clustering </a:t>
          </a:r>
          <a:r>
            <a:rPr lang="en-GB" sz="1000" dirty="0"/>
            <a:t>(e.g. PCA) to group weather patterns</a:t>
          </a:r>
        </a:p>
      </dgm:t>
    </dgm:pt>
    <dgm:pt modelId="{A79CFDF8-1638-4522-A59C-3D4569D41206}" type="parTrans" cxnId="{0760597C-DE46-4F68-8CA3-7704D39855D9}">
      <dgm:prSet/>
      <dgm:spPr/>
      <dgm:t>
        <a:bodyPr/>
        <a:lstStyle/>
        <a:p>
          <a:endParaRPr lang="en-GB"/>
        </a:p>
      </dgm:t>
    </dgm:pt>
    <dgm:pt modelId="{0744CE9E-517E-4A2B-A27E-30A42D1A97B7}" type="sibTrans" cxnId="{0760597C-DE46-4F68-8CA3-7704D39855D9}">
      <dgm:prSet/>
      <dgm:spPr/>
      <dgm:t>
        <a:bodyPr/>
        <a:lstStyle/>
        <a:p>
          <a:endParaRPr lang="en-GB"/>
        </a:p>
      </dgm:t>
    </dgm:pt>
    <dgm:pt modelId="{A1C1F9A9-BF96-4DE3-B98E-F21A48399CF4}">
      <dgm:prSet phldrT="[Text]" custT="1"/>
      <dgm:spPr/>
      <dgm:t>
        <a:bodyPr/>
        <a:lstStyle/>
        <a:p>
          <a:r>
            <a:rPr lang="en-GB" sz="1000" b="1" u="none" dirty="0"/>
            <a:t> Goal</a:t>
          </a:r>
          <a:r>
            <a:rPr lang="en-GB" sz="1000" u="none" dirty="0"/>
            <a:t>: Build accurate forecasting models - refining how models learn from data</a:t>
          </a:r>
        </a:p>
      </dgm:t>
    </dgm:pt>
    <dgm:pt modelId="{306095B3-C788-4A07-BC21-7B64045FDD98}" type="parTrans" cxnId="{951682E0-F77A-49B0-A45E-BF3551B0983F}">
      <dgm:prSet/>
      <dgm:spPr/>
      <dgm:t>
        <a:bodyPr/>
        <a:lstStyle/>
        <a:p>
          <a:endParaRPr lang="en-GB"/>
        </a:p>
      </dgm:t>
    </dgm:pt>
    <dgm:pt modelId="{690F701A-EFF7-4472-B265-1C392DEE5551}" type="sibTrans" cxnId="{951682E0-F77A-49B0-A45E-BF3551B0983F}">
      <dgm:prSet/>
      <dgm:spPr/>
      <dgm:t>
        <a:bodyPr/>
        <a:lstStyle/>
        <a:p>
          <a:endParaRPr lang="en-GB"/>
        </a:p>
      </dgm:t>
    </dgm:pt>
    <dgm:pt modelId="{273108DA-2DF9-440A-A9D2-18883D417779}">
      <dgm:prSet phldrT="[Text]" custT="1"/>
      <dgm:spPr/>
      <dgm:t>
        <a:bodyPr/>
        <a:lstStyle/>
        <a:p>
          <a:r>
            <a:rPr lang="en-GB" sz="1000" b="1" dirty="0">
              <a:solidFill>
                <a:schemeClr val="tx1"/>
              </a:solidFill>
            </a:rPr>
            <a:t> Approach</a:t>
          </a:r>
          <a:r>
            <a:rPr lang="en-GB" sz="1000" dirty="0">
              <a:solidFill>
                <a:schemeClr val="tx1"/>
              </a:solidFill>
            </a:rPr>
            <a:t>: Train CNN using weather data transformed into radar like visual formats focusing on visual pattern recognition</a:t>
          </a:r>
        </a:p>
      </dgm:t>
    </dgm:pt>
    <dgm:pt modelId="{9B23DE4C-E0CD-4E07-A8E5-933A6CA05A78}" type="parTrans" cxnId="{8032146C-509C-4280-BD32-F620E0D06FEF}">
      <dgm:prSet/>
      <dgm:spPr/>
      <dgm:t>
        <a:bodyPr/>
        <a:lstStyle/>
        <a:p>
          <a:endParaRPr lang="en-GB"/>
        </a:p>
      </dgm:t>
    </dgm:pt>
    <dgm:pt modelId="{FBCB97F9-3A25-41AA-A95D-95CDEE6FD579}" type="sibTrans" cxnId="{8032146C-509C-4280-BD32-F620E0D06FEF}">
      <dgm:prSet/>
      <dgm:spPr/>
      <dgm:t>
        <a:bodyPr/>
        <a:lstStyle/>
        <a:p>
          <a:endParaRPr lang="en-GB"/>
        </a:p>
      </dgm:t>
    </dgm:pt>
    <dgm:pt modelId="{E0C9DCA2-667A-4BCE-9C2A-8C1359777147}">
      <dgm:prSet phldrT="[Text]" custT="1"/>
      <dgm:spPr/>
      <dgm:t>
        <a:bodyPr/>
        <a:lstStyle/>
        <a:p>
          <a:r>
            <a:rPr lang="en-GB" sz="1000" b="1" dirty="0">
              <a:solidFill>
                <a:schemeClr val="tx1"/>
              </a:solidFill>
            </a:rPr>
            <a:t> Goal</a:t>
          </a:r>
          <a:r>
            <a:rPr lang="en-GB" sz="1000" dirty="0">
              <a:solidFill>
                <a:schemeClr val="tx1"/>
              </a:solidFill>
            </a:rPr>
            <a:t>: Identify extreme weather events early using vision-based ML models</a:t>
          </a:r>
        </a:p>
      </dgm:t>
    </dgm:pt>
    <dgm:pt modelId="{4219C9BC-5DDE-474E-95D0-CBE453F63E75}" type="parTrans" cxnId="{8813A474-C82E-4C3C-B49B-A6BADE011FFA}">
      <dgm:prSet/>
      <dgm:spPr/>
      <dgm:t>
        <a:bodyPr/>
        <a:lstStyle/>
        <a:p>
          <a:endParaRPr lang="en-GB"/>
        </a:p>
      </dgm:t>
    </dgm:pt>
    <dgm:pt modelId="{785DBF0C-9987-4B06-97BE-1333C6029357}" type="sibTrans" cxnId="{8813A474-C82E-4C3C-B49B-A6BADE011FFA}">
      <dgm:prSet/>
      <dgm:spPr/>
      <dgm:t>
        <a:bodyPr/>
        <a:lstStyle/>
        <a:p>
          <a:endParaRPr lang="en-GB"/>
        </a:p>
      </dgm:t>
    </dgm:pt>
    <dgm:pt modelId="{F39CCE63-27CF-48D6-A496-7B1272E0EC83}" type="pres">
      <dgm:prSet presAssocID="{A49F13A1-BEFF-4267-92BD-7511D4E85D61}" presName="Name0" presStyleCnt="0">
        <dgm:presLayoutVars>
          <dgm:dir/>
          <dgm:animLvl val="lvl"/>
          <dgm:resizeHandles val="exact"/>
        </dgm:presLayoutVars>
      </dgm:prSet>
      <dgm:spPr/>
    </dgm:pt>
    <dgm:pt modelId="{E29B4F6D-25DB-4E30-8162-C0F096D0F1B1}" type="pres">
      <dgm:prSet presAssocID="{D6A574B5-FA8E-485A-B513-EB806AB17838}" presName="linNode" presStyleCnt="0"/>
      <dgm:spPr/>
    </dgm:pt>
    <dgm:pt modelId="{58887B71-ED8B-42FF-BAAA-D38A692E9729}" type="pres">
      <dgm:prSet presAssocID="{D6A574B5-FA8E-485A-B513-EB806AB1783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6942D82-1B47-4412-8EC0-711629B6CA09}" type="pres">
      <dgm:prSet presAssocID="{D6A574B5-FA8E-485A-B513-EB806AB17838}" presName="descendantText" presStyleLbl="alignAccFollowNode1" presStyleIdx="0" presStyleCnt="3">
        <dgm:presLayoutVars>
          <dgm:bulletEnabled val="1"/>
        </dgm:presLayoutVars>
      </dgm:prSet>
      <dgm:spPr/>
    </dgm:pt>
    <dgm:pt modelId="{5D748295-6E38-4B9C-83F0-0FA6A95D4B24}" type="pres">
      <dgm:prSet presAssocID="{C6BAEA4D-95AB-4E50-9898-9DAEC5342213}" presName="sp" presStyleCnt="0"/>
      <dgm:spPr/>
    </dgm:pt>
    <dgm:pt modelId="{C73BFB15-653C-41A0-AA88-53D76EDDA613}" type="pres">
      <dgm:prSet presAssocID="{2F61A094-51D5-4E47-948C-2811474D46E5}" presName="linNode" presStyleCnt="0"/>
      <dgm:spPr/>
    </dgm:pt>
    <dgm:pt modelId="{8BAC8C5C-536A-48DA-B432-489DA95C3CD0}" type="pres">
      <dgm:prSet presAssocID="{2F61A094-51D5-4E47-948C-2811474D46E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15BBFDAD-6DE9-4A40-9DD3-7D590D89644C}" type="pres">
      <dgm:prSet presAssocID="{2F61A094-51D5-4E47-948C-2811474D46E5}" presName="descendantText" presStyleLbl="alignAccFollowNode1" presStyleIdx="1" presStyleCnt="3">
        <dgm:presLayoutVars>
          <dgm:bulletEnabled val="1"/>
        </dgm:presLayoutVars>
      </dgm:prSet>
      <dgm:spPr/>
    </dgm:pt>
    <dgm:pt modelId="{6053A850-F0BA-4015-A6EC-9B4234541C30}" type="pres">
      <dgm:prSet presAssocID="{384A1E1B-62C1-4E0A-9FBD-122F92DD62E2}" presName="sp" presStyleCnt="0"/>
      <dgm:spPr/>
    </dgm:pt>
    <dgm:pt modelId="{CF3BB079-2564-42D4-99F0-EFDCDC96DF13}" type="pres">
      <dgm:prSet presAssocID="{066C3357-FFF1-4B36-8E72-556B4EC7FA02}" presName="linNode" presStyleCnt="0"/>
      <dgm:spPr/>
    </dgm:pt>
    <dgm:pt modelId="{E42485D2-2401-4B77-914E-E6645295D9BD}" type="pres">
      <dgm:prSet presAssocID="{066C3357-FFF1-4B36-8E72-556B4EC7FA02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CFDB997-2DBC-484F-959E-7052B22C67F4}" type="pres">
      <dgm:prSet presAssocID="{066C3357-FFF1-4B36-8E72-556B4EC7FA02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E5C2B00-3B5C-4A7A-91CE-11E9EECC6F5C}" srcId="{D6A574B5-FA8E-485A-B513-EB806AB17838}" destId="{2938A82B-FD1E-43F0-8182-529A7F8654B3}" srcOrd="2" destOrd="0" parTransId="{7AB4CD68-3715-4E6B-9C8E-CFA49F8A1BA4}" sibTransId="{D13584D9-3053-4D29-99A1-EF179DF6E64A}"/>
    <dgm:cxn modelId="{5111F41C-7755-471D-8175-97176053836E}" type="presOf" srcId="{F3856BBE-C580-43D3-BC6E-944C72BFBA6C}" destId="{D6942D82-1B47-4412-8EC0-711629B6CA09}" srcOrd="0" destOrd="1" presId="urn:microsoft.com/office/officeart/2005/8/layout/vList5"/>
    <dgm:cxn modelId="{D2321530-9BC1-4224-8CC7-E3070D8CE0A4}" type="presOf" srcId="{49B27EAE-88B7-4FF9-8445-F35407A6D030}" destId="{ECFDB997-2DBC-484F-959E-7052B22C67F4}" srcOrd="0" destOrd="0" presId="urn:microsoft.com/office/officeart/2005/8/layout/vList5"/>
    <dgm:cxn modelId="{17C38E34-DC48-4EBF-9A0A-1D7395FB2E33}" type="presOf" srcId="{537A4C80-3BB5-4302-A855-AF4C6FFAF322}" destId="{15BBFDAD-6DE9-4A40-9DD3-7D590D89644C}" srcOrd="0" destOrd="1" presId="urn:microsoft.com/office/officeart/2005/8/layout/vList5"/>
    <dgm:cxn modelId="{3B5D7C38-E591-40E8-ADD6-E6715DF81F6D}" type="presOf" srcId="{A1C1F9A9-BF96-4DE3-B98E-F21A48399CF4}" destId="{15BBFDAD-6DE9-4A40-9DD3-7D590D89644C}" srcOrd="0" destOrd="2" presId="urn:microsoft.com/office/officeart/2005/8/layout/vList5"/>
    <dgm:cxn modelId="{F8AFC561-BDEB-45E4-A5E5-A45F24B3EDBC}" type="presOf" srcId="{273108DA-2DF9-440A-A9D2-18883D417779}" destId="{ECFDB997-2DBC-484F-959E-7052B22C67F4}" srcOrd="0" destOrd="1" presId="urn:microsoft.com/office/officeart/2005/8/layout/vList5"/>
    <dgm:cxn modelId="{91649063-8875-4477-9551-890D55E12083}" type="presOf" srcId="{A49F13A1-BEFF-4267-92BD-7511D4E85D61}" destId="{F39CCE63-27CF-48D6-A496-7B1272E0EC83}" srcOrd="0" destOrd="0" presId="urn:microsoft.com/office/officeart/2005/8/layout/vList5"/>
    <dgm:cxn modelId="{192F9D48-A87E-4761-96A7-7D413B70FA2A}" type="presOf" srcId="{066C3357-FFF1-4B36-8E72-556B4EC7FA02}" destId="{E42485D2-2401-4B77-914E-E6645295D9BD}" srcOrd="0" destOrd="0" presId="urn:microsoft.com/office/officeart/2005/8/layout/vList5"/>
    <dgm:cxn modelId="{9A85254A-E91A-44EE-8118-926D567341E0}" type="presOf" srcId="{A3B3C00F-1293-411B-BE8E-DC001269AF56}" destId="{15BBFDAD-6DE9-4A40-9DD3-7D590D89644C}" srcOrd="0" destOrd="0" presId="urn:microsoft.com/office/officeart/2005/8/layout/vList5"/>
    <dgm:cxn modelId="{8032146C-509C-4280-BD32-F620E0D06FEF}" srcId="{066C3357-FFF1-4B36-8E72-556B4EC7FA02}" destId="{273108DA-2DF9-440A-A9D2-18883D417779}" srcOrd="1" destOrd="0" parTransId="{9B23DE4C-E0CD-4E07-A8E5-933A6CA05A78}" sibTransId="{FBCB97F9-3A25-41AA-A95D-95CDEE6FD579}"/>
    <dgm:cxn modelId="{84ED7A6D-39DC-445B-947E-827E31276DB1}" srcId="{2F61A094-51D5-4E47-948C-2811474D46E5}" destId="{A3B3C00F-1293-411B-BE8E-DC001269AF56}" srcOrd="0" destOrd="0" parTransId="{10B604C1-6D31-4D5F-A592-513B425B550A}" sibTransId="{B22D52D0-EF15-47D4-BA4F-9F83401DFB96}"/>
    <dgm:cxn modelId="{8813A474-C82E-4C3C-B49B-A6BADE011FFA}" srcId="{066C3357-FFF1-4B36-8E72-556B4EC7FA02}" destId="{E0C9DCA2-667A-4BCE-9C2A-8C1359777147}" srcOrd="2" destOrd="0" parTransId="{4219C9BC-5DDE-474E-95D0-CBE453F63E75}" sibTransId="{785DBF0C-9987-4B06-97BE-1333C6029357}"/>
    <dgm:cxn modelId="{DBDA7755-ABC5-46AE-AD28-1FC6E20B51FB}" srcId="{A49F13A1-BEFF-4267-92BD-7511D4E85D61}" destId="{D6A574B5-FA8E-485A-B513-EB806AB17838}" srcOrd="0" destOrd="0" parTransId="{818FADF2-CE38-4F49-A6B4-CC3F16EAE526}" sibTransId="{C6BAEA4D-95AB-4E50-9898-9DAEC5342213}"/>
    <dgm:cxn modelId="{0760597C-DE46-4F68-8CA3-7704D39855D9}" srcId="{D6A574B5-FA8E-485A-B513-EB806AB17838}" destId="{F3856BBE-C580-43D3-BC6E-944C72BFBA6C}" srcOrd="1" destOrd="0" parTransId="{A79CFDF8-1638-4522-A59C-3D4569D41206}" sibTransId="{0744CE9E-517E-4A2B-A27E-30A42D1A97B7}"/>
    <dgm:cxn modelId="{2E41C37C-2C0F-489C-B7EA-A03FD519F7AB}" type="presOf" srcId="{2938A82B-FD1E-43F0-8182-529A7F8654B3}" destId="{D6942D82-1B47-4412-8EC0-711629B6CA09}" srcOrd="0" destOrd="2" presId="urn:microsoft.com/office/officeart/2005/8/layout/vList5"/>
    <dgm:cxn modelId="{E09BA487-ABC3-4002-AC0C-CD5571A22738}" srcId="{A49F13A1-BEFF-4267-92BD-7511D4E85D61}" destId="{066C3357-FFF1-4B36-8E72-556B4EC7FA02}" srcOrd="2" destOrd="0" parTransId="{C47EE886-DD7B-4824-A1F0-2C8F2004A791}" sibTransId="{D2D96C41-855A-40AC-B78D-D0EFBE04A986}"/>
    <dgm:cxn modelId="{46370888-7878-43B4-8586-42F84916D262}" srcId="{2F61A094-51D5-4E47-948C-2811474D46E5}" destId="{537A4C80-3BB5-4302-A855-AF4C6FFAF322}" srcOrd="1" destOrd="0" parTransId="{FF84037A-11D4-4632-847A-8BB8949C6611}" sibTransId="{76A2CB3C-1F59-4ADF-A96C-73D2FB145F29}"/>
    <dgm:cxn modelId="{5B7BBB92-E29B-49EE-B7D9-5975C18D763C}" srcId="{066C3357-FFF1-4B36-8E72-556B4EC7FA02}" destId="{49B27EAE-88B7-4FF9-8445-F35407A6D030}" srcOrd="0" destOrd="0" parTransId="{7D64C826-EE90-4EC9-A37B-1CC536EC121B}" sibTransId="{BF2322D3-735E-4881-A6CF-3248CEE37A99}"/>
    <dgm:cxn modelId="{22F9E292-11C1-45DF-836D-5DB2BF282FDF}" type="presOf" srcId="{E0C9DCA2-667A-4BCE-9C2A-8C1359777147}" destId="{ECFDB997-2DBC-484F-959E-7052B22C67F4}" srcOrd="0" destOrd="2" presId="urn:microsoft.com/office/officeart/2005/8/layout/vList5"/>
    <dgm:cxn modelId="{A453669A-61D9-4098-838E-77199F61A2F9}" srcId="{D6A574B5-FA8E-485A-B513-EB806AB17838}" destId="{0A850B3B-0866-4193-9788-9742956B5B0B}" srcOrd="0" destOrd="0" parTransId="{941B9450-8190-4628-B8A7-686BF4441BAF}" sibTransId="{1A2383AA-4AEB-4023-8F87-A7F2CF680BC9}"/>
    <dgm:cxn modelId="{F4F0B1BF-3897-48C0-986E-C12D62465B59}" type="presOf" srcId="{2F61A094-51D5-4E47-948C-2811474D46E5}" destId="{8BAC8C5C-536A-48DA-B432-489DA95C3CD0}" srcOrd="0" destOrd="0" presId="urn:microsoft.com/office/officeart/2005/8/layout/vList5"/>
    <dgm:cxn modelId="{E711C9D9-79D3-4B17-8AFB-C3ABC6DB43F7}" srcId="{A49F13A1-BEFF-4267-92BD-7511D4E85D61}" destId="{2F61A094-51D5-4E47-948C-2811474D46E5}" srcOrd="1" destOrd="0" parTransId="{270D243D-A465-4504-9F48-51CD77417C83}" sibTransId="{384A1E1B-62C1-4E0A-9FBD-122F92DD62E2}"/>
    <dgm:cxn modelId="{951682E0-F77A-49B0-A45E-BF3551B0983F}" srcId="{2F61A094-51D5-4E47-948C-2811474D46E5}" destId="{A1C1F9A9-BF96-4DE3-B98E-F21A48399CF4}" srcOrd="2" destOrd="0" parTransId="{306095B3-C788-4A07-BC21-7B64045FDD98}" sibTransId="{690F701A-EFF7-4472-B265-1C392DEE5551}"/>
    <dgm:cxn modelId="{3AC329E3-F64D-43EE-B43B-0974DA876CD3}" type="presOf" srcId="{D6A574B5-FA8E-485A-B513-EB806AB17838}" destId="{58887B71-ED8B-42FF-BAAA-D38A692E9729}" srcOrd="0" destOrd="0" presId="urn:microsoft.com/office/officeart/2005/8/layout/vList5"/>
    <dgm:cxn modelId="{704957EF-4012-4D0D-A31E-12872F0EB627}" type="presOf" srcId="{0A850B3B-0866-4193-9788-9742956B5B0B}" destId="{D6942D82-1B47-4412-8EC0-711629B6CA09}" srcOrd="0" destOrd="0" presId="urn:microsoft.com/office/officeart/2005/8/layout/vList5"/>
    <dgm:cxn modelId="{E24EC070-7877-430E-BF5C-C633BC6F4CE4}" type="presParOf" srcId="{F39CCE63-27CF-48D6-A496-7B1272E0EC83}" destId="{E29B4F6D-25DB-4E30-8162-C0F096D0F1B1}" srcOrd="0" destOrd="0" presId="urn:microsoft.com/office/officeart/2005/8/layout/vList5"/>
    <dgm:cxn modelId="{0C04F994-B877-46E2-A637-52BA90C57707}" type="presParOf" srcId="{E29B4F6D-25DB-4E30-8162-C0F096D0F1B1}" destId="{58887B71-ED8B-42FF-BAAA-D38A692E9729}" srcOrd="0" destOrd="0" presId="urn:microsoft.com/office/officeart/2005/8/layout/vList5"/>
    <dgm:cxn modelId="{7F4BA35F-E02F-43B0-9E60-963D69B10D96}" type="presParOf" srcId="{E29B4F6D-25DB-4E30-8162-C0F096D0F1B1}" destId="{D6942D82-1B47-4412-8EC0-711629B6CA09}" srcOrd="1" destOrd="0" presId="urn:microsoft.com/office/officeart/2005/8/layout/vList5"/>
    <dgm:cxn modelId="{6308C3B3-8D4B-4F85-A7E5-FE50292450AD}" type="presParOf" srcId="{F39CCE63-27CF-48D6-A496-7B1272E0EC83}" destId="{5D748295-6E38-4B9C-83F0-0FA6A95D4B24}" srcOrd="1" destOrd="0" presId="urn:microsoft.com/office/officeart/2005/8/layout/vList5"/>
    <dgm:cxn modelId="{75C261D9-B922-41BD-93E3-A2064DF89E03}" type="presParOf" srcId="{F39CCE63-27CF-48D6-A496-7B1272E0EC83}" destId="{C73BFB15-653C-41A0-AA88-53D76EDDA613}" srcOrd="2" destOrd="0" presId="urn:microsoft.com/office/officeart/2005/8/layout/vList5"/>
    <dgm:cxn modelId="{FE9D4710-1F25-4119-B508-C649F2747844}" type="presParOf" srcId="{C73BFB15-653C-41A0-AA88-53D76EDDA613}" destId="{8BAC8C5C-536A-48DA-B432-489DA95C3CD0}" srcOrd="0" destOrd="0" presId="urn:microsoft.com/office/officeart/2005/8/layout/vList5"/>
    <dgm:cxn modelId="{A4935BDE-E15F-408E-B7A4-371673A1A002}" type="presParOf" srcId="{C73BFB15-653C-41A0-AA88-53D76EDDA613}" destId="{15BBFDAD-6DE9-4A40-9DD3-7D590D89644C}" srcOrd="1" destOrd="0" presId="urn:microsoft.com/office/officeart/2005/8/layout/vList5"/>
    <dgm:cxn modelId="{80424110-1ACA-44A1-8CCF-E18845CE5630}" type="presParOf" srcId="{F39CCE63-27CF-48D6-A496-7B1272E0EC83}" destId="{6053A850-F0BA-4015-A6EC-9B4234541C30}" srcOrd="3" destOrd="0" presId="urn:microsoft.com/office/officeart/2005/8/layout/vList5"/>
    <dgm:cxn modelId="{37BE3899-AF05-419F-BCD6-546DED8B401C}" type="presParOf" srcId="{F39CCE63-27CF-48D6-A496-7B1272E0EC83}" destId="{CF3BB079-2564-42D4-99F0-EFDCDC96DF13}" srcOrd="4" destOrd="0" presId="urn:microsoft.com/office/officeart/2005/8/layout/vList5"/>
    <dgm:cxn modelId="{9786BA93-5F06-49DA-A6BE-E1631BDCCA72}" type="presParOf" srcId="{CF3BB079-2564-42D4-99F0-EFDCDC96DF13}" destId="{E42485D2-2401-4B77-914E-E6645295D9BD}" srcOrd="0" destOrd="0" presId="urn:microsoft.com/office/officeart/2005/8/layout/vList5"/>
    <dgm:cxn modelId="{D2032AC5-1FAC-4D3B-BFC0-EDE565F7851B}" type="presParOf" srcId="{CF3BB079-2564-42D4-99F0-EFDCDC96DF13}" destId="{ECFDB997-2DBC-484F-959E-7052B22C67F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D54626-822C-4801-A72A-8823848B64FF}" type="doc">
      <dgm:prSet loTypeId="urn:microsoft.com/office/officeart/2005/8/layout/hProcess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97B66BE-9189-4CC7-B919-F87058EFDA64}">
      <dgm:prSet phldrT="[Text]"/>
      <dgm:spPr/>
      <dgm:t>
        <a:bodyPr/>
        <a:lstStyle/>
        <a:p>
          <a:r>
            <a:rPr lang="en-GB" dirty="0"/>
            <a:t>1.</a:t>
          </a:r>
        </a:p>
      </dgm:t>
    </dgm:pt>
    <dgm:pt modelId="{A9570E1B-553F-4991-A3AC-8F6910E2BDB7}" type="parTrans" cxnId="{BA3BDB25-8D19-4B86-8070-53E769C24F8C}">
      <dgm:prSet/>
      <dgm:spPr/>
      <dgm:t>
        <a:bodyPr/>
        <a:lstStyle/>
        <a:p>
          <a:endParaRPr lang="en-GB"/>
        </a:p>
      </dgm:t>
    </dgm:pt>
    <dgm:pt modelId="{47402BCF-F508-4720-A133-40F35DC2742F}" type="sibTrans" cxnId="{BA3BDB25-8D19-4B86-8070-53E769C24F8C}">
      <dgm:prSet/>
      <dgm:spPr/>
      <dgm:t>
        <a:bodyPr/>
        <a:lstStyle/>
        <a:p>
          <a:endParaRPr lang="en-GB"/>
        </a:p>
      </dgm:t>
    </dgm:pt>
    <dgm:pt modelId="{3E9568B5-6F11-4FCF-ABD1-23CF8DABC7C4}">
      <dgm:prSet phldrT="[Text]"/>
      <dgm:spPr/>
      <dgm:t>
        <a:bodyPr/>
        <a:lstStyle/>
        <a:p>
          <a:r>
            <a:rPr lang="en-GB" dirty="0"/>
            <a:t>Identify weather patterns outside the regional norm</a:t>
          </a:r>
        </a:p>
      </dgm:t>
    </dgm:pt>
    <dgm:pt modelId="{91B7C77F-BD51-40B1-ABD9-DE83542390D3}" type="parTrans" cxnId="{11CBBDE6-21DD-4D21-AF97-E4A5174E871A}">
      <dgm:prSet/>
      <dgm:spPr/>
      <dgm:t>
        <a:bodyPr/>
        <a:lstStyle/>
        <a:p>
          <a:endParaRPr lang="en-GB"/>
        </a:p>
      </dgm:t>
    </dgm:pt>
    <dgm:pt modelId="{46BD7ADE-DA7A-4A85-92F7-63F9BA6E064A}" type="sibTrans" cxnId="{11CBBDE6-21DD-4D21-AF97-E4A5174E871A}">
      <dgm:prSet/>
      <dgm:spPr/>
      <dgm:t>
        <a:bodyPr/>
        <a:lstStyle/>
        <a:p>
          <a:endParaRPr lang="en-GB"/>
        </a:p>
      </dgm:t>
    </dgm:pt>
    <dgm:pt modelId="{F8A7B005-F622-40F3-9FDE-69D1D69C7DF5}">
      <dgm:prSet phldrT="[Text]"/>
      <dgm:spPr/>
      <dgm:t>
        <a:bodyPr/>
        <a:lstStyle/>
        <a:p>
          <a:r>
            <a:rPr lang="en-GB" dirty="0"/>
            <a:t>2.</a:t>
          </a:r>
        </a:p>
      </dgm:t>
    </dgm:pt>
    <dgm:pt modelId="{06355433-2404-485E-8F95-2A8AEB310DF0}" type="parTrans" cxnId="{1E785397-E7CA-4BF9-B67F-453047A0AC67}">
      <dgm:prSet/>
      <dgm:spPr/>
      <dgm:t>
        <a:bodyPr/>
        <a:lstStyle/>
        <a:p>
          <a:endParaRPr lang="en-GB"/>
        </a:p>
      </dgm:t>
    </dgm:pt>
    <dgm:pt modelId="{2760CD7E-C132-4AF3-BBEA-5C3C275FE90E}" type="sibTrans" cxnId="{1E785397-E7CA-4BF9-B67F-453047A0AC67}">
      <dgm:prSet/>
      <dgm:spPr/>
      <dgm:t>
        <a:bodyPr/>
        <a:lstStyle/>
        <a:p>
          <a:endParaRPr lang="en-GB"/>
        </a:p>
      </dgm:t>
    </dgm:pt>
    <dgm:pt modelId="{8B2F9835-86CD-4F28-8B50-0E98E0C98E56}">
      <dgm:prSet phldrT="[Text]"/>
      <dgm:spPr/>
      <dgm:t>
        <a:bodyPr/>
        <a:lstStyle/>
        <a:p>
          <a:r>
            <a:rPr lang="en-GB" dirty="0"/>
            <a:t>Determine if unusual patterns are increasing</a:t>
          </a:r>
        </a:p>
      </dgm:t>
    </dgm:pt>
    <dgm:pt modelId="{61DC3E9B-3DD5-461B-9698-3DD30612817E}" type="parTrans" cxnId="{56485269-7834-4A1C-84B3-7337E37077BF}">
      <dgm:prSet/>
      <dgm:spPr/>
      <dgm:t>
        <a:bodyPr/>
        <a:lstStyle/>
        <a:p>
          <a:endParaRPr lang="en-GB"/>
        </a:p>
      </dgm:t>
    </dgm:pt>
    <dgm:pt modelId="{B5FC33DC-0213-4727-BBE1-97342D748F3F}" type="sibTrans" cxnId="{56485269-7834-4A1C-84B3-7337E37077BF}">
      <dgm:prSet/>
      <dgm:spPr/>
      <dgm:t>
        <a:bodyPr/>
        <a:lstStyle/>
        <a:p>
          <a:endParaRPr lang="en-GB"/>
        </a:p>
      </dgm:t>
    </dgm:pt>
    <dgm:pt modelId="{BA4D32B7-907F-49FA-9EC6-A5E59249CA47}">
      <dgm:prSet phldrT="[Text]"/>
      <dgm:spPr/>
      <dgm:t>
        <a:bodyPr/>
        <a:lstStyle/>
        <a:p>
          <a:r>
            <a:rPr lang="en-GB" dirty="0"/>
            <a:t>3.</a:t>
          </a:r>
        </a:p>
      </dgm:t>
    </dgm:pt>
    <dgm:pt modelId="{1D7F5258-18A2-4EDE-B818-DEEA39F7BCE5}" type="parTrans" cxnId="{64B2E5DB-E969-47CB-8D17-1B5C81B04EA0}">
      <dgm:prSet/>
      <dgm:spPr/>
      <dgm:t>
        <a:bodyPr/>
        <a:lstStyle/>
        <a:p>
          <a:endParaRPr lang="en-GB"/>
        </a:p>
      </dgm:t>
    </dgm:pt>
    <dgm:pt modelId="{6DA139F8-3A1A-4969-A3F9-FAF885CDF88C}" type="sibTrans" cxnId="{64B2E5DB-E969-47CB-8D17-1B5C81B04EA0}">
      <dgm:prSet/>
      <dgm:spPr/>
      <dgm:t>
        <a:bodyPr/>
        <a:lstStyle/>
        <a:p>
          <a:endParaRPr lang="en-GB"/>
        </a:p>
      </dgm:t>
    </dgm:pt>
    <dgm:pt modelId="{1BC9507A-FD13-4BBF-B6B5-05A4ECCA41A1}">
      <dgm:prSet phldrT="[Text]"/>
      <dgm:spPr/>
      <dgm:t>
        <a:bodyPr/>
        <a:lstStyle/>
        <a:p>
          <a:r>
            <a:rPr lang="en-GB" dirty="0"/>
            <a:t>Predict future weather conditions (25–50 years).</a:t>
          </a:r>
        </a:p>
      </dgm:t>
    </dgm:pt>
    <dgm:pt modelId="{22EA44A4-55D7-4963-AA45-605FF384B919}" type="parTrans" cxnId="{0D8FCBCF-23E8-4AC6-A679-FA93F6059E1D}">
      <dgm:prSet/>
      <dgm:spPr/>
      <dgm:t>
        <a:bodyPr/>
        <a:lstStyle/>
        <a:p>
          <a:endParaRPr lang="en-GB"/>
        </a:p>
      </dgm:t>
    </dgm:pt>
    <dgm:pt modelId="{ADC37ECC-4CC9-42BD-8E4C-7CF6E068E350}" type="sibTrans" cxnId="{0D8FCBCF-23E8-4AC6-A679-FA93F6059E1D}">
      <dgm:prSet/>
      <dgm:spPr/>
      <dgm:t>
        <a:bodyPr/>
        <a:lstStyle/>
        <a:p>
          <a:endParaRPr lang="en-GB"/>
        </a:p>
      </dgm:t>
    </dgm:pt>
    <dgm:pt modelId="{ABE9A9EC-1FAA-442F-997C-4A51D4D4F7C6}">
      <dgm:prSet phldrT="[Text]"/>
      <dgm:spPr/>
      <dgm:t>
        <a:bodyPr/>
        <a:lstStyle/>
        <a:p>
          <a:r>
            <a:rPr lang="en-GB" dirty="0"/>
            <a:t>4.</a:t>
          </a:r>
        </a:p>
      </dgm:t>
    </dgm:pt>
    <dgm:pt modelId="{044A8246-6666-420F-BF1F-9D97A141FB36}" type="parTrans" cxnId="{F94DD184-75A7-4CE1-A0D8-36D6A9104DE6}">
      <dgm:prSet/>
      <dgm:spPr/>
      <dgm:t>
        <a:bodyPr/>
        <a:lstStyle/>
        <a:p>
          <a:endParaRPr lang="en-GB"/>
        </a:p>
      </dgm:t>
    </dgm:pt>
    <dgm:pt modelId="{3992CC48-C3F2-40D6-B7DF-5DDA56008472}" type="sibTrans" cxnId="{F94DD184-75A7-4CE1-A0D8-36D6A9104DE6}">
      <dgm:prSet/>
      <dgm:spPr/>
      <dgm:t>
        <a:bodyPr/>
        <a:lstStyle/>
        <a:p>
          <a:endParaRPr lang="en-GB"/>
        </a:p>
      </dgm:t>
    </dgm:pt>
    <dgm:pt modelId="{D85D9AEB-D05E-49D8-832D-9A9BD9441F3F}" type="pres">
      <dgm:prSet presAssocID="{FBD54626-822C-4801-A72A-8823848B64FF}" presName="Name0" presStyleCnt="0">
        <dgm:presLayoutVars>
          <dgm:dir/>
          <dgm:animLvl val="lvl"/>
          <dgm:resizeHandles val="exact"/>
        </dgm:presLayoutVars>
      </dgm:prSet>
      <dgm:spPr/>
    </dgm:pt>
    <dgm:pt modelId="{DFAE075E-7310-4D9E-85AD-D9F2FE1628D6}" type="pres">
      <dgm:prSet presAssocID="{A97B66BE-9189-4CC7-B919-F87058EFDA64}" presName="compositeNode" presStyleCnt="0">
        <dgm:presLayoutVars>
          <dgm:bulletEnabled val="1"/>
        </dgm:presLayoutVars>
      </dgm:prSet>
      <dgm:spPr/>
    </dgm:pt>
    <dgm:pt modelId="{639A7D17-8BFF-4855-AA5F-604B871BBC29}" type="pres">
      <dgm:prSet presAssocID="{A97B66BE-9189-4CC7-B919-F87058EFDA64}" presName="bgRect" presStyleLbl="node1" presStyleIdx="0" presStyleCnt="4"/>
      <dgm:spPr/>
    </dgm:pt>
    <dgm:pt modelId="{BE6E5E50-9474-4D94-98E5-EB380E681115}" type="pres">
      <dgm:prSet presAssocID="{A97B66BE-9189-4CC7-B919-F87058EFDA64}" presName="parentNode" presStyleLbl="node1" presStyleIdx="0" presStyleCnt="4">
        <dgm:presLayoutVars>
          <dgm:chMax val="0"/>
          <dgm:bulletEnabled val="1"/>
        </dgm:presLayoutVars>
      </dgm:prSet>
      <dgm:spPr/>
    </dgm:pt>
    <dgm:pt modelId="{20085DF7-5C16-4C52-903E-EB02270BA3C4}" type="pres">
      <dgm:prSet presAssocID="{A97B66BE-9189-4CC7-B919-F87058EFDA64}" presName="childNode" presStyleLbl="node1" presStyleIdx="0" presStyleCnt="4">
        <dgm:presLayoutVars>
          <dgm:bulletEnabled val="1"/>
        </dgm:presLayoutVars>
      </dgm:prSet>
      <dgm:spPr/>
    </dgm:pt>
    <dgm:pt modelId="{8D374E9A-B1BE-4E27-8662-34A10011170E}" type="pres">
      <dgm:prSet presAssocID="{47402BCF-F508-4720-A133-40F35DC2742F}" presName="hSp" presStyleCnt="0"/>
      <dgm:spPr/>
    </dgm:pt>
    <dgm:pt modelId="{4FF53094-8E47-4E19-A1AC-216D61DA5A80}" type="pres">
      <dgm:prSet presAssocID="{47402BCF-F508-4720-A133-40F35DC2742F}" presName="vProcSp" presStyleCnt="0"/>
      <dgm:spPr/>
    </dgm:pt>
    <dgm:pt modelId="{8C2FC694-0B30-4EFD-8160-662D7F2B0E5B}" type="pres">
      <dgm:prSet presAssocID="{47402BCF-F508-4720-A133-40F35DC2742F}" presName="vSp1" presStyleCnt="0"/>
      <dgm:spPr/>
    </dgm:pt>
    <dgm:pt modelId="{63F9C2DE-9540-4641-ABFC-746232E9FE70}" type="pres">
      <dgm:prSet presAssocID="{47402BCF-F508-4720-A133-40F35DC2742F}" presName="simulatedConn" presStyleLbl="solidFgAcc1" presStyleIdx="0" presStyleCnt="3"/>
      <dgm:spPr/>
    </dgm:pt>
    <dgm:pt modelId="{E0581210-01EE-46B7-9208-4D76438D0724}" type="pres">
      <dgm:prSet presAssocID="{47402BCF-F508-4720-A133-40F35DC2742F}" presName="vSp2" presStyleCnt="0"/>
      <dgm:spPr/>
    </dgm:pt>
    <dgm:pt modelId="{C712D010-A2A0-4962-B9E4-F40406B8D87B}" type="pres">
      <dgm:prSet presAssocID="{47402BCF-F508-4720-A133-40F35DC2742F}" presName="sibTrans" presStyleCnt="0"/>
      <dgm:spPr/>
    </dgm:pt>
    <dgm:pt modelId="{A5872753-82AC-43CE-B588-F0458F23A976}" type="pres">
      <dgm:prSet presAssocID="{F8A7B005-F622-40F3-9FDE-69D1D69C7DF5}" presName="compositeNode" presStyleCnt="0">
        <dgm:presLayoutVars>
          <dgm:bulletEnabled val="1"/>
        </dgm:presLayoutVars>
      </dgm:prSet>
      <dgm:spPr/>
    </dgm:pt>
    <dgm:pt modelId="{95BF699C-BD7E-4C21-A103-721EAB753C97}" type="pres">
      <dgm:prSet presAssocID="{F8A7B005-F622-40F3-9FDE-69D1D69C7DF5}" presName="bgRect" presStyleLbl="node1" presStyleIdx="1" presStyleCnt="4"/>
      <dgm:spPr/>
    </dgm:pt>
    <dgm:pt modelId="{52CC9812-4D6E-4300-B799-007AB08D5D5F}" type="pres">
      <dgm:prSet presAssocID="{F8A7B005-F622-40F3-9FDE-69D1D69C7DF5}" presName="parentNode" presStyleLbl="node1" presStyleIdx="1" presStyleCnt="4">
        <dgm:presLayoutVars>
          <dgm:chMax val="0"/>
          <dgm:bulletEnabled val="1"/>
        </dgm:presLayoutVars>
      </dgm:prSet>
      <dgm:spPr/>
    </dgm:pt>
    <dgm:pt modelId="{2D065038-1D4A-400F-9F5A-0BF093BAE945}" type="pres">
      <dgm:prSet presAssocID="{F8A7B005-F622-40F3-9FDE-69D1D69C7DF5}" presName="childNode" presStyleLbl="node1" presStyleIdx="1" presStyleCnt="4">
        <dgm:presLayoutVars>
          <dgm:bulletEnabled val="1"/>
        </dgm:presLayoutVars>
      </dgm:prSet>
      <dgm:spPr/>
    </dgm:pt>
    <dgm:pt modelId="{7D9AEDC2-D42F-4F76-8FDA-5AE17BD6FB3C}" type="pres">
      <dgm:prSet presAssocID="{2760CD7E-C132-4AF3-BBEA-5C3C275FE90E}" presName="hSp" presStyleCnt="0"/>
      <dgm:spPr/>
    </dgm:pt>
    <dgm:pt modelId="{81E26399-6E83-40A5-A246-B53403211683}" type="pres">
      <dgm:prSet presAssocID="{2760CD7E-C132-4AF3-BBEA-5C3C275FE90E}" presName="vProcSp" presStyleCnt="0"/>
      <dgm:spPr/>
    </dgm:pt>
    <dgm:pt modelId="{58A669EE-E96C-4BD4-90C8-ECEF7A1F209C}" type="pres">
      <dgm:prSet presAssocID="{2760CD7E-C132-4AF3-BBEA-5C3C275FE90E}" presName="vSp1" presStyleCnt="0"/>
      <dgm:spPr/>
    </dgm:pt>
    <dgm:pt modelId="{3612FFA0-E489-43F4-A1A6-2E799877D4D1}" type="pres">
      <dgm:prSet presAssocID="{2760CD7E-C132-4AF3-BBEA-5C3C275FE90E}" presName="simulatedConn" presStyleLbl="solidFgAcc1" presStyleIdx="1" presStyleCnt="3"/>
      <dgm:spPr/>
    </dgm:pt>
    <dgm:pt modelId="{FF0521D3-FD07-44D9-9A0A-051375BCA207}" type="pres">
      <dgm:prSet presAssocID="{2760CD7E-C132-4AF3-BBEA-5C3C275FE90E}" presName="vSp2" presStyleCnt="0"/>
      <dgm:spPr/>
    </dgm:pt>
    <dgm:pt modelId="{BBD5C255-D62A-4788-AF1B-F8C7734CDCBC}" type="pres">
      <dgm:prSet presAssocID="{2760CD7E-C132-4AF3-BBEA-5C3C275FE90E}" presName="sibTrans" presStyleCnt="0"/>
      <dgm:spPr/>
    </dgm:pt>
    <dgm:pt modelId="{E3F9BAF0-9EDB-4D0E-871C-675FF12CAD20}" type="pres">
      <dgm:prSet presAssocID="{BA4D32B7-907F-49FA-9EC6-A5E59249CA47}" presName="compositeNode" presStyleCnt="0">
        <dgm:presLayoutVars>
          <dgm:bulletEnabled val="1"/>
        </dgm:presLayoutVars>
      </dgm:prSet>
      <dgm:spPr/>
    </dgm:pt>
    <dgm:pt modelId="{7844BFAC-4A5A-4F93-A44F-27B9DB62FD30}" type="pres">
      <dgm:prSet presAssocID="{BA4D32B7-907F-49FA-9EC6-A5E59249CA47}" presName="bgRect" presStyleLbl="node1" presStyleIdx="2" presStyleCnt="4"/>
      <dgm:spPr/>
    </dgm:pt>
    <dgm:pt modelId="{1F66FA7C-92BA-425C-807F-F512305A72E3}" type="pres">
      <dgm:prSet presAssocID="{BA4D32B7-907F-49FA-9EC6-A5E59249CA47}" presName="parentNode" presStyleLbl="node1" presStyleIdx="2" presStyleCnt="4">
        <dgm:presLayoutVars>
          <dgm:chMax val="0"/>
          <dgm:bulletEnabled val="1"/>
        </dgm:presLayoutVars>
      </dgm:prSet>
      <dgm:spPr/>
    </dgm:pt>
    <dgm:pt modelId="{EB914B6D-B805-4A09-9B9E-B7E2B87BAE0A}" type="pres">
      <dgm:prSet presAssocID="{BA4D32B7-907F-49FA-9EC6-A5E59249CA47}" presName="childNode" presStyleLbl="node1" presStyleIdx="2" presStyleCnt="4">
        <dgm:presLayoutVars>
          <dgm:bulletEnabled val="1"/>
        </dgm:presLayoutVars>
      </dgm:prSet>
      <dgm:spPr/>
    </dgm:pt>
    <dgm:pt modelId="{287F32E8-8E72-471B-ADC4-8EBD9CD608B1}" type="pres">
      <dgm:prSet presAssocID="{6DA139F8-3A1A-4969-A3F9-FAF885CDF88C}" presName="hSp" presStyleCnt="0"/>
      <dgm:spPr/>
    </dgm:pt>
    <dgm:pt modelId="{66F56198-1B89-4BC2-B403-AFE6AC8C43C6}" type="pres">
      <dgm:prSet presAssocID="{6DA139F8-3A1A-4969-A3F9-FAF885CDF88C}" presName="vProcSp" presStyleCnt="0"/>
      <dgm:spPr/>
    </dgm:pt>
    <dgm:pt modelId="{D13C2D7E-7C9A-4586-865B-BB89376C0D9F}" type="pres">
      <dgm:prSet presAssocID="{6DA139F8-3A1A-4969-A3F9-FAF885CDF88C}" presName="vSp1" presStyleCnt="0"/>
      <dgm:spPr/>
    </dgm:pt>
    <dgm:pt modelId="{32FB1C8D-4A4D-4929-B710-C035D7242FB1}" type="pres">
      <dgm:prSet presAssocID="{6DA139F8-3A1A-4969-A3F9-FAF885CDF88C}" presName="simulatedConn" presStyleLbl="solidFgAcc1" presStyleIdx="2" presStyleCnt="3"/>
      <dgm:spPr/>
    </dgm:pt>
    <dgm:pt modelId="{943DA2F4-833E-49BC-AE5D-3DC5F530487B}" type="pres">
      <dgm:prSet presAssocID="{6DA139F8-3A1A-4969-A3F9-FAF885CDF88C}" presName="vSp2" presStyleCnt="0"/>
      <dgm:spPr/>
    </dgm:pt>
    <dgm:pt modelId="{8AB19254-6973-44FB-B4BA-F995A58781CB}" type="pres">
      <dgm:prSet presAssocID="{6DA139F8-3A1A-4969-A3F9-FAF885CDF88C}" presName="sibTrans" presStyleCnt="0"/>
      <dgm:spPr/>
    </dgm:pt>
    <dgm:pt modelId="{BBEEE43D-A36A-4283-90C9-54654ABAF12F}" type="pres">
      <dgm:prSet presAssocID="{ABE9A9EC-1FAA-442F-997C-4A51D4D4F7C6}" presName="compositeNode" presStyleCnt="0">
        <dgm:presLayoutVars>
          <dgm:bulletEnabled val="1"/>
        </dgm:presLayoutVars>
      </dgm:prSet>
      <dgm:spPr/>
    </dgm:pt>
    <dgm:pt modelId="{50F8BFB1-6749-4A21-B2AE-7D0B6DC58021}" type="pres">
      <dgm:prSet presAssocID="{ABE9A9EC-1FAA-442F-997C-4A51D4D4F7C6}" presName="bgRect" presStyleLbl="node1" presStyleIdx="3" presStyleCnt="4"/>
      <dgm:spPr/>
    </dgm:pt>
    <dgm:pt modelId="{51F2D084-7E1D-4E65-B1D2-02E7CFDCAA12}" type="pres">
      <dgm:prSet presAssocID="{ABE9A9EC-1FAA-442F-997C-4A51D4D4F7C6}" presName="parentNode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0B6C20E-4699-4469-820E-68D7FA24C788}" type="presOf" srcId="{1BC9507A-FD13-4BBF-B6B5-05A4ECCA41A1}" destId="{EB914B6D-B805-4A09-9B9E-B7E2B87BAE0A}" srcOrd="0" destOrd="0" presId="urn:microsoft.com/office/officeart/2005/8/layout/hProcess7"/>
    <dgm:cxn modelId="{BC704025-4F99-4954-8161-BCEED6443E26}" type="presOf" srcId="{BA4D32B7-907F-49FA-9EC6-A5E59249CA47}" destId="{1F66FA7C-92BA-425C-807F-F512305A72E3}" srcOrd="1" destOrd="0" presId="urn:microsoft.com/office/officeart/2005/8/layout/hProcess7"/>
    <dgm:cxn modelId="{BA3BDB25-8D19-4B86-8070-53E769C24F8C}" srcId="{FBD54626-822C-4801-A72A-8823848B64FF}" destId="{A97B66BE-9189-4CC7-B919-F87058EFDA64}" srcOrd="0" destOrd="0" parTransId="{A9570E1B-553F-4991-A3AC-8F6910E2BDB7}" sibTransId="{47402BCF-F508-4720-A133-40F35DC2742F}"/>
    <dgm:cxn modelId="{63393E33-7D28-4075-9EE0-EE47BE007407}" type="presOf" srcId="{A97B66BE-9189-4CC7-B919-F87058EFDA64}" destId="{BE6E5E50-9474-4D94-98E5-EB380E681115}" srcOrd="1" destOrd="0" presId="urn:microsoft.com/office/officeart/2005/8/layout/hProcess7"/>
    <dgm:cxn modelId="{482FB337-7CE8-4B42-BAFB-6138E5C61906}" type="presOf" srcId="{BA4D32B7-907F-49FA-9EC6-A5E59249CA47}" destId="{7844BFAC-4A5A-4F93-A44F-27B9DB62FD30}" srcOrd="0" destOrd="0" presId="urn:microsoft.com/office/officeart/2005/8/layout/hProcess7"/>
    <dgm:cxn modelId="{56485269-7834-4A1C-84B3-7337E37077BF}" srcId="{F8A7B005-F622-40F3-9FDE-69D1D69C7DF5}" destId="{8B2F9835-86CD-4F28-8B50-0E98E0C98E56}" srcOrd="0" destOrd="0" parTransId="{61DC3E9B-3DD5-461B-9698-3DD30612817E}" sibTransId="{B5FC33DC-0213-4727-BBE1-97342D748F3F}"/>
    <dgm:cxn modelId="{6D06426B-A9E2-4F0B-B260-C6E5C7550872}" type="presOf" srcId="{ABE9A9EC-1FAA-442F-997C-4A51D4D4F7C6}" destId="{51F2D084-7E1D-4E65-B1D2-02E7CFDCAA12}" srcOrd="1" destOrd="0" presId="urn:microsoft.com/office/officeart/2005/8/layout/hProcess7"/>
    <dgm:cxn modelId="{C6E53A7A-B0A1-4FCC-B884-497D50830A82}" type="presOf" srcId="{F8A7B005-F622-40F3-9FDE-69D1D69C7DF5}" destId="{52CC9812-4D6E-4300-B799-007AB08D5D5F}" srcOrd="1" destOrd="0" presId="urn:microsoft.com/office/officeart/2005/8/layout/hProcess7"/>
    <dgm:cxn modelId="{F0AD2F7B-6E31-43E9-AFD1-51BF722A7D91}" type="presOf" srcId="{A97B66BE-9189-4CC7-B919-F87058EFDA64}" destId="{639A7D17-8BFF-4855-AA5F-604B871BBC29}" srcOrd="0" destOrd="0" presId="urn:microsoft.com/office/officeart/2005/8/layout/hProcess7"/>
    <dgm:cxn modelId="{F94DD184-75A7-4CE1-A0D8-36D6A9104DE6}" srcId="{FBD54626-822C-4801-A72A-8823848B64FF}" destId="{ABE9A9EC-1FAA-442F-997C-4A51D4D4F7C6}" srcOrd="3" destOrd="0" parTransId="{044A8246-6666-420F-BF1F-9D97A141FB36}" sibTransId="{3992CC48-C3F2-40D6-B7DF-5DDA56008472}"/>
    <dgm:cxn modelId="{1E785397-E7CA-4BF9-B67F-453047A0AC67}" srcId="{FBD54626-822C-4801-A72A-8823848B64FF}" destId="{F8A7B005-F622-40F3-9FDE-69D1D69C7DF5}" srcOrd="1" destOrd="0" parTransId="{06355433-2404-485E-8F95-2A8AEB310DF0}" sibTransId="{2760CD7E-C132-4AF3-BBEA-5C3C275FE90E}"/>
    <dgm:cxn modelId="{373667AD-9772-4D8F-BF30-FFB1590E2448}" type="presOf" srcId="{ABE9A9EC-1FAA-442F-997C-4A51D4D4F7C6}" destId="{50F8BFB1-6749-4A21-B2AE-7D0B6DC58021}" srcOrd="0" destOrd="0" presId="urn:microsoft.com/office/officeart/2005/8/layout/hProcess7"/>
    <dgm:cxn modelId="{6E382ABB-81B0-4ED7-9401-A0D8C2208C07}" type="presOf" srcId="{FBD54626-822C-4801-A72A-8823848B64FF}" destId="{D85D9AEB-D05E-49D8-832D-9A9BD9441F3F}" srcOrd="0" destOrd="0" presId="urn:microsoft.com/office/officeart/2005/8/layout/hProcess7"/>
    <dgm:cxn modelId="{160600C4-72C8-40CE-96D6-071E4DBDE3FB}" type="presOf" srcId="{8B2F9835-86CD-4F28-8B50-0E98E0C98E56}" destId="{2D065038-1D4A-400F-9F5A-0BF093BAE945}" srcOrd="0" destOrd="0" presId="urn:microsoft.com/office/officeart/2005/8/layout/hProcess7"/>
    <dgm:cxn modelId="{0D8FCBCF-23E8-4AC6-A679-FA93F6059E1D}" srcId="{BA4D32B7-907F-49FA-9EC6-A5E59249CA47}" destId="{1BC9507A-FD13-4BBF-B6B5-05A4ECCA41A1}" srcOrd="0" destOrd="0" parTransId="{22EA44A4-55D7-4963-AA45-605FF384B919}" sibTransId="{ADC37ECC-4CC9-42BD-8E4C-7CF6E068E350}"/>
    <dgm:cxn modelId="{A71377D3-21A7-4E52-A9B0-2E1779A2D5FD}" type="presOf" srcId="{3E9568B5-6F11-4FCF-ABD1-23CF8DABC7C4}" destId="{20085DF7-5C16-4C52-903E-EB02270BA3C4}" srcOrd="0" destOrd="0" presId="urn:microsoft.com/office/officeart/2005/8/layout/hProcess7"/>
    <dgm:cxn modelId="{64B2E5DB-E969-47CB-8D17-1B5C81B04EA0}" srcId="{FBD54626-822C-4801-A72A-8823848B64FF}" destId="{BA4D32B7-907F-49FA-9EC6-A5E59249CA47}" srcOrd="2" destOrd="0" parTransId="{1D7F5258-18A2-4EDE-B818-DEEA39F7BCE5}" sibTransId="{6DA139F8-3A1A-4969-A3F9-FAF885CDF88C}"/>
    <dgm:cxn modelId="{11CBBDE6-21DD-4D21-AF97-E4A5174E871A}" srcId="{A97B66BE-9189-4CC7-B919-F87058EFDA64}" destId="{3E9568B5-6F11-4FCF-ABD1-23CF8DABC7C4}" srcOrd="0" destOrd="0" parTransId="{91B7C77F-BD51-40B1-ABD9-DE83542390D3}" sibTransId="{46BD7ADE-DA7A-4A85-92F7-63F9BA6E064A}"/>
    <dgm:cxn modelId="{B343D0F4-3410-44E6-BFAC-A52341A284EB}" type="presOf" srcId="{F8A7B005-F622-40F3-9FDE-69D1D69C7DF5}" destId="{95BF699C-BD7E-4C21-A103-721EAB753C97}" srcOrd="0" destOrd="0" presId="urn:microsoft.com/office/officeart/2005/8/layout/hProcess7"/>
    <dgm:cxn modelId="{1A1EA9A8-8B40-4FD9-B5C3-E2584DC3C8D5}" type="presParOf" srcId="{D85D9AEB-D05E-49D8-832D-9A9BD9441F3F}" destId="{DFAE075E-7310-4D9E-85AD-D9F2FE1628D6}" srcOrd="0" destOrd="0" presId="urn:microsoft.com/office/officeart/2005/8/layout/hProcess7"/>
    <dgm:cxn modelId="{3F6FDA3B-60C0-402F-814E-74ECFA3F320C}" type="presParOf" srcId="{DFAE075E-7310-4D9E-85AD-D9F2FE1628D6}" destId="{639A7D17-8BFF-4855-AA5F-604B871BBC29}" srcOrd="0" destOrd="0" presId="urn:microsoft.com/office/officeart/2005/8/layout/hProcess7"/>
    <dgm:cxn modelId="{0A401FBF-48B2-41E8-8928-EF118583C0E0}" type="presParOf" srcId="{DFAE075E-7310-4D9E-85AD-D9F2FE1628D6}" destId="{BE6E5E50-9474-4D94-98E5-EB380E681115}" srcOrd="1" destOrd="0" presId="urn:microsoft.com/office/officeart/2005/8/layout/hProcess7"/>
    <dgm:cxn modelId="{907BFA05-031F-496B-9DB8-6AB9FFD8EE06}" type="presParOf" srcId="{DFAE075E-7310-4D9E-85AD-D9F2FE1628D6}" destId="{20085DF7-5C16-4C52-903E-EB02270BA3C4}" srcOrd="2" destOrd="0" presId="urn:microsoft.com/office/officeart/2005/8/layout/hProcess7"/>
    <dgm:cxn modelId="{39E045EB-0EAE-4ED2-87AE-15B6D3DDDCEF}" type="presParOf" srcId="{D85D9AEB-D05E-49D8-832D-9A9BD9441F3F}" destId="{8D374E9A-B1BE-4E27-8662-34A10011170E}" srcOrd="1" destOrd="0" presId="urn:microsoft.com/office/officeart/2005/8/layout/hProcess7"/>
    <dgm:cxn modelId="{2173EA06-F392-4244-BA69-DE6FE9949FB3}" type="presParOf" srcId="{D85D9AEB-D05E-49D8-832D-9A9BD9441F3F}" destId="{4FF53094-8E47-4E19-A1AC-216D61DA5A80}" srcOrd="2" destOrd="0" presId="urn:microsoft.com/office/officeart/2005/8/layout/hProcess7"/>
    <dgm:cxn modelId="{7DC8D2A7-8052-4C54-BB94-271F9CA80A28}" type="presParOf" srcId="{4FF53094-8E47-4E19-A1AC-216D61DA5A80}" destId="{8C2FC694-0B30-4EFD-8160-662D7F2B0E5B}" srcOrd="0" destOrd="0" presId="urn:microsoft.com/office/officeart/2005/8/layout/hProcess7"/>
    <dgm:cxn modelId="{DBDB2225-18B7-4393-B80C-D0FD5CA2548B}" type="presParOf" srcId="{4FF53094-8E47-4E19-A1AC-216D61DA5A80}" destId="{63F9C2DE-9540-4641-ABFC-746232E9FE70}" srcOrd="1" destOrd="0" presId="urn:microsoft.com/office/officeart/2005/8/layout/hProcess7"/>
    <dgm:cxn modelId="{E3260854-AFDE-4461-A352-A782AFA79B4D}" type="presParOf" srcId="{4FF53094-8E47-4E19-A1AC-216D61DA5A80}" destId="{E0581210-01EE-46B7-9208-4D76438D0724}" srcOrd="2" destOrd="0" presId="urn:microsoft.com/office/officeart/2005/8/layout/hProcess7"/>
    <dgm:cxn modelId="{32C06F89-A44F-4F63-8596-4F039A38B750}" type="presParOf" srcId="{D85D9AEB-D05E-49D8-832D-9A9BD9441F3F}" destId="{C712D010-A2A0-4962-B9E4-F40406B8D87B}" srcOrd="3" destOrd="0" presId="urn:microsoft.com/office/officeart/2005/8/layout/hProcess7"/>
    <dgm:cxn modelId="{991C3476-32E8-423C-A74D-E756D338633A}" type="presParOf" srcId="{D85D9AEB-D05E-49D8-832D-9A9BD9441F3F}" destId="{A5872753-82AC-43CE-B588-F0458F23A976}" srcOrd="4" destOrd="0" presId="urn:microsoft.com/office/officeart/2005/8/layout/hProcess7"/>
    <dgm:cxn modelId="{7EBCF586-2803-44E3-8E24-2720666D05E8}" type="presParOf" srcId="{A5872753-82AC-43CE-B588-F0458F23A976}" destId="{95BF699C-BD7E-4C21-A103-721EAB753C97}" srcOrd="0" destOrd="0" presId="urn:microsoft.com/office/officeart/2005/8/layout/hProcess7"/>
    <dgm:cxn modelId="{901DB588-BD39-423D-93C9-BC3BD528378B}" type="presParOf" srcId="{A5872753-82AC-43CE-B588-F0458F23A976}" destId="{52CC9812-4D6E-4300-B799-007AB08D5D5F}" srcOrd="1" destOrd="0" presId="urn:microsoft.com/office/officeart/2005/8/layout/hProcess7"/>
    <dgm:cxn modelId="{CEC0EDCF-B3A2-400F-8ABB-F303CEE404F2}" type="presParOf" srcId="{A5872753-82AC-43CE-B588-F0458F23A976}" destId="{2D065038-1D4A-400F-9F5A-0BF093BAE945}" srcOrd="2" destOrd="0" presId="urn:microsoft.com/office/officeart/2005/8/layout/hProcess7"/>
    <dgm:cxn modelId="{9037AC79-74FA-4E86-BBD7-5DC35D9DE5F8}" type="presParOf" srcId="{D85D9AEB-D05E-49D8-832D-9A9BD9441F3F}" destId="{7D9AEDC2-D42F-4F76-8FDA-5AE17BD6FB3C}" srcOrd="5" destOrd="0" presId="urn:microsoft.com/office/officeart/2005/8/layout/hProcess7"/>
    <dgm:cxn modelId="{9150194B-71CC-46DB-A423-408F15A80128}" type="presParOf" srcId="{D85D9AEB-D05E-49D8-832D-9A9BD9441F3F}" destId="{81E26399-6E83-40A5-A246-B53403211683}" srcOrd="6" destOrd="0" presId="urn:microsoft.com/office/officeart/2005/8/layout/hProcess7"/>
    <dgm:cxn modelId="{A90EDD29-960A-43A6-B05E-FD2DBC9DAFE6}" type="presParOf" srcId="{81E26399-6E83-40A5-A246-B53403211683}" destId="{58A669EE-E96C-4BD4-90C8-ECEF7A1F209C}" srcOrd="0" destOrd="0" presId="urn:microsoft.com/office/officeart/2005/8/layout/hProcess7"/>
    <dgm:cxn modelId="{22AB7497-F2E4-4116-95E2-3E8C8680DC86}" type="presParOf" srcId="{81E26399-6E83-40A5-A246-B53403211683}" destId="{3612FFA0-E489-43F4-A1A6-2E799877D4D1}" srcOrd="1" destOrd="0" presId="urn:microsoft.com/office/officeart/2005/8/layout/hProcess7"/>
    <dgm:cxn modelId="{112DBEFA-B19A-4A1B-8E85-7F4A1154DC1F}" type="presParOf" srcId="{81E26399-6E83-40A5-A246-B53403211683}" destId="{FF0521D3-FD07-44D9-9A0A-051375BCA207}" srcOrd="2" destOrd="0" presId="urn:microsoft.com/office/officeart/2005/8/layout/hProcess7"/>
    <dgm:cxn modelId="{7D2E6B22-BE14-4A13-8193-FA839316A8DC}" type="presParOf" srcId="{D85D9AEB-D05E-49D8-832D-9A9BD9441F3F}" destId="{BBD5C255-D62A-4788-AF1B-F8C7734CDCBC}" srcOrd="7" destOrd="0" presId="urn:microsoft.com/office/officeart/2005/8/layout/hProcess7"/>
    <dgm:cxn modelId="{228CA66A-9A8C-405F-AF72-51A6DAF59FCD}" type="presParOf" srcId="{D85D9AEB-D05E-49D8-832D-9A9BD9441F3F}" destId="{E3F9BAF0-9EDB-4D0E-871C-675FF12CAD20}" srcOrd="8" destOrd="0" presId="urn:microsoft.com/office/officeart/2005/8/layout/hProcess7"/>
    <dgm:cxn modelId="{0CD92CDE-B9FC-4BF1-B670-8F799401668B}" type="presParOf" srcId="{E3F9BAF0-9EDB-4D0E-871C-675FF12CAD20}" destId="{7844BFAC-4A5A-4F93-A44F-27B9DB62FD30}" srcOrd="0" destOrd="0" presId="urn:microsoft.com/office/officeart/2005/8/layout/hProcess7"/>
    <dgm:cxn modelId="{79C3EA40-3A7B-4ADC-935A-74424A379581}" type="presParOf" srcId="{E3F9BAF0-9EDB-4D0E-871C-675FF12CAD20}" destId="{1F66FA7C-92BA-425C-807F-F512305A72E3}" srcOrd="1" destOrd="0" presId="urn:microsoft.com/office/officeart/2005/8/layout/hProcess7"/>
    <dgm:cxn modelId="{6C4767C1-44A8-4397-98ED-937CB269226A}" type="presParOf" srcId="{E3F9BAF0-9EDB-4D0E-871C-675FF12CAD20}" destId="{EB914B6D-B805-4A09-9B9E-B7E2B87BAE0A}" srcOrd="2" destOrd="0" presId="urn:microsoft.com/office/officeart/2005/8/layout/hProcess7"/>
    <dgm:cxn modelId="{5E3E2829-FF3C-4846-A362-5CA33F5748FA}" type="presParOf" srcId="{D85D9AEB-D05E-49D8-832D-9A9BD9441F3F}" destId="{287F32E8-8E72-471B-ADC4-8EBD9CD608B1}" srcOrd="9" destOrd="0" presId="urn:microsoft.com/office/officeart/2005/8/layout/hProcess7"/>
    <dgm:cxn modelId="{35D4C0DB-3D45-4871-84B9-214A6746D53C}" type="presParOf" srcId="{D85D9AEB-D05E-49D8-832D-9A9BD9441F3F}" destId="{66F56198-1B89-4BC2-B403-AFE6AC8C43C6}" srcOrd="10" destOrd="0" presId="urn:microsoft.com/office/officeart/2005/8/layout/hProcess7"/>
    <dgm:cxn modelId="{CB9F7A0A-4613-41B0-AB47-3CC80E08D8C1}" type="presParOf" srcId="{66F56198-1B89-4BC2-B403-AFE6AC8C43C6}" destId="{D13C2D7E-7C9A-4586-865B-BB89376C0D9F}" srcOrd="0" destOrd="0" presId="urn:microsoft.com/office/officeart/2005/8/layout/hProcess7"/>
    <dgm:cxn modelId="{573FFB18-F14D-484B-B0ED-BD6C6C0E52E9}" type="presParOf" srcId="{66F56198-1B89-4BC2-B403-AFE6AC8C43C6}" destId="{32FB1C8D-4A4D-4929-B710-C035D7242FB1}" srcOrd="1" destOrd="0" presId="urn:microsoft.com/office/officeart/2005/8/layout/hProcess7"/>
    <dgm:cxn modelId="{BD4A1D66-E37C-4B6F-BF3C-4895BB9ABABB}" type="presParOf" srcId="{66F56198-1B89-4BC2-B403-AFE6AC8C43C6}" destId="{943DA2F4-833E-49BC-AE5D-3DC5F530487B}" srcOrd="2" destOrd="0" presId="urn:microsoft.com/office/officeart/2005/8/layout/hProcess7"/>
    <dgm:cxn modelId="{855753C3-7199-4E37-8C62-4C46259B545B}" type="presParOf" srcId="{D85D9AEB-D05E-49D8-832D-9A9BD9441F3F}" destId="{8AB19254-6973-44FB-B4BA-F995A58781CB}" srcOrd="11" destOrd="0" presId="urn:microsoft.com/office/officeart/2005/8/layout/hProcess7"/>
    <dgm:cxn modelId="{BF627C25-5E9A-48B8-89AA-FEEBFBB2DFA2}" type="presParOf" srcId="{D85D9AEB-D05E-49D8-832D-9A9BD9441F3F}" destId="{BBEEE43D-A36A-4283-90C9-54654ABAF12F}" srcOrd="12" destOrd="0" presId="urn:microsoft.com/office/officeart/2005/8/layout/hProcess7"/>
    <dgm:cxn modelId="{CEBDEC4A-428C-45DA-AEEE-906932674C1E}" type="presParOf" srcId="{BBEEE43D-A36A-4283-90C9-54654ABAF12F}" destId="{50F8BFB1-6749-4A21-B2AE-7D0B6DC58021}" srcOrd="0" destOrd="0" presId="urn:microsoft.com/office/officeart/2005/8/layout/hProcess7"/>
    <dgm:cxn modelId="{F7BEAF42-F0C0-441E-B4B4-3409D4BAF54C}" type="presParOf" srcId="{BBEEE43D-A36A-4283-90C9-54654ABAF12F}" destId="{51F2D084-7E1D-4E65-B1D2-02E7CFDCAA12}" srcOrd="1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BBBF15-CA4E-40C6-BFAE-29896713709D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33DC18-D7A9-4343-B81A-18A25FA97342}">
      <dgm:prSet phldrT="[Text]"/>
      <dgm:spPr/>
      <dgm:t>
        <a:bodyPr/>
        <a:lstStyle/>
        <a:p>
          <a:r>
            <a:rPr lang="en-GB" b="1" dirty="0"/>
            <a:t>Unsupervised Learning: </a:t>
          </a:r>
        </a:p>
      </dgm:t>
    </dgm:pt>
    <dgm:pt modelId="{D03EC4B0-E7C5-4EA1-B930-F55A9DC6C859}" type="parTrans" cxnId="{377EE80A-39D7-454E-8EBE-FDAB192934E6}">
      <dgm:prSet/>
      <dgm:spPr/>
      <dgm:t>
        <a:bodyPr/>
        <a:lstStyle/>
        <a:p>
          <a:endParaRPr lang="en-GB"/>
        </a:p>
      </dgm:t>
    </dgm:pt>
    <dgm:pt modelId="{B5050A2C-07DC-4612-83AC-A5A1E709E058}" type="sibTrans" cxnId="{377EE80A-39D7-454E-8EBE-FDAB192934E6}">
      <dgm:prSet/>
      <dgm:spPr/>
      <dgm:t>
        <a:bodyPr/>
        <a:lstStyle/>
        <a:p>
          <a:endParaRPr lang="en-GB"/>
        </a:p>
      </dgm:t>
    </dgm:pt>
    <dgm:pt modelId="{9BD2B84F-8C04-4173-A8E6-376B9AE2542C}">
      <dgm:prSet phldrT="[Text]"/>
      <dgm:spPr/>
      <dgm:t>
        <a:bodyPr/>
        <a:lstStyle/>
        <a:p>
          <a:endParaRPr lang="en-GB" dirty="0"/>
        </a:p>
      </dgm:t>
    </dgm:pt>
    <dgm:pt modelId="{9D488FB2-8EEC-4B9B-9646-4AE1EFBEF344}" type="parTrans" cxnId="{9ED937A1-2BD1-4169-9541-29E76C2787B1}">
      <dgm:prSet/>
      <dgm:spPr/>
      <dgm:t>
        <a:bodyPr/>
        <a:lstStyle/>
        <a:p>
          <a:endParaRPr lang="en-GB"/>
        </a:p>
      </dgm:t>
    </dgm:pt>
    <dgm:pt modelId="{A4533F2A-0F90-45F3-A500-1594B9B87941}" type="sibTrans" cxnId="{9ED937A1-2BD1-4169-9541-29E76C2787B1}">
      <dgm:prSet/>
      <dgm:spPr/>
      <dgm:t>
        <a:bodyPr/>
        <a:lstStyle/>
        <a:p>
          <a:endParaRPr lang="en-GB"/>
        </a:p>
      </dgm:t>
    </dgm:pt>
    <dgm:pt modelId="{E473941F-6590-4F74-B37C-5A2B36FA776E}">
      <dgm:prSet phldrT="[Text]"/>
      <dgm:spPr/>
      <dgm:t>
        <a:bodyPr/>
        <a:lstStyle/>
        <a:p>
          <a:r>
            <a:rPr lang="en-GB" b="1" dirty="0"/>
            <a:t>Deep Learning: </a:t>
          </a:r>
        </a:p>
      </dgm:t>
    </dgm:pt>
    <dgm:pt modelId="{999923C7-C67C-471B-941E-C2287C784681}" type="parTrans" cxnId="{CA2CB060-AB9A-4E0A-A5E2-FA78E83A6C13}">
      <dgm:prSet/>
      <dgm:spPr/>
      <dgm:t>
        <a:bodyPr/>
        <a:lstStyle/>
        <a:p>
          <a:endParaRPr lang="en-GB"/>
        </a:p>
      </dgm:t>
    </dgm:pt>
    <dgm:pt modelId="{7CFFBDD0-CDEA-4615-9C1E-DE1CDAC9F460}" type="sibTrans" cxnId="{CA2CB060-AB9A-4E0A-A5E2-FA78E83A6C13}">
      <dgm:prSet/>
      <dgm:spPr/>
      <dgm:t>
        <a:bodyPr/>
        <a:lstStyle/>
        <a:p>
          <a:endParaRPr lang="en-GB"/>
        </a:p>
      </dgm:t>
    </dgm:pt>
    <dgm:pt modelId="{02842045-E87C-4F3B-9E29-FE861E6BE180}">
      <dgm:prSet phldrT="[Text]"/>
      <dgm:spPr/>
      <dgm:t>
        <a:bodyPr/>
        <a:lstStyle/>
        <a:p>
          <a:endParaRPr lang="en-GB" dirty="0"/>
        </a:p>
      </dgm:t>
    </dgm:pt>
    <dgm:pt modelId="{E4A6909B-C503-496C-9739-58B4A4122EFE}" type="parTrans" cxnId="{C67E1F27-50B0-43C7-BA20-9B930F17834A}">
      <dgm:prSet/>
      <dgm:spPr/>
      <dgm:t>
        <a:bodyPr/>
        <a:lstStyle/>
        <a:p>
          <a:endParaRPr lang="en-GB"/>
        </a:p>
      </dgm:t>
    </dgm:pt>
    <dgm:pt modelId="{A2626BDC-6428-4F11-AB39-A4A5F35072D8}" type="sibTrans" cxnId="{C67E1F27-50B0-43C7-BA20-9B930F17834A}">
      <dgm:prSet/>
      <dgm:spPr/>
      <dgm:t>
        <a:bodyPr/>
        <a:lstStyle/>
        <a:p>
          <a:endParaRPr lang="en-GB"/>
        </a:p>
      </dgm:t>
    </dgm:pt>
    <dgm:pt modelId="{038AD4A6-C199-4380-B09D-72AF9E1ED1BE}">
      <dgm:prSet phldrT="[Text]"/>
      <dgm:spPr/>
      <dgm:t>
        <a:bodyPr/>
        <a:lstStyle/>
        <a:p>
          <a:r>
            <a:rPr lang="en-GB" b="1" dirty="0"/>
            <a:t>Random Forests </a:t>
          </a:r>
        </a:p>
      </dgm:t>
    </dgm:pt>
    <dgm:pt modelId="{8E92D9E1-E8A9-402C-B45F-93D7BE094FD4}" type="parTrans" cxnId="{C763DB1E-0A39-47BC-BBD9-5FF4518BFE0E}">
      <dgm:prSet/>
      <dgm:spPr/>
      <dgm:t>
        <a:bodyPr/>
        <a:lstStyle/>
        <a:p>
          <a:endParaRPr lang="en-GB"/>
        </a:p>
      </dgm:t>
    </dgm:pt>
    <dgm:pt modelId="{FDD1E34A-A380-4721-8620-4D554317929A}" type="sibTrans" cxnId="{C763DB1E-0A39-47BC-BBD9-5FF4518BFE0E}">
      <dgm:prSet/>
      <dgm:spPr/>
      <dgm:t>
        <a:bodyPr/>
        <a:lstStyle/>
        <a:p>
          <a:endParaRPr lang="en-GB"/>
        </a:p>
      </dgm:t>
    </dgm:pt>
    <dgm:pt modelId="{E38D0E71-2519-4B64-82A0-40425909C03D}">
      <dgm:prSet phldrT="[Text]"/>
      <dgm:spPr/>
      <dgm:t>
        <a:bodyPr/>
        <a:lstStyle/>
        <a:p>
          <a:r>
            <a:rPr lang="en-GB" b="1" dirty="0"/>
            <a:t>GANs (Generative Models) </a:t>
          </a:r>
        </a:p>
      </dgm:t>
    </dgm:pt>
    <dgm:pt modelId="{039CE7F3-1059-495C-87DB-0486A1503D77}" type="parTrans" cxnId="{7D3616C7-0B9E-4F0E-BBF1-CFF73A63BE64}">
      <dgm:prSet/>
      <dgm:spPr/>
      <dgm:t>
        <a:bodyPr/>
        <a:lstStyle/>
        <a:p>
          <a:endParaRPr lang="en-GB"/>
        </a:p>
      </dgm:t>
    </dgm:pt>
    <dgm:pt modelId="{F250A621-EDC4-440E-9AC8-97A1F0FA589B}" type="sibTrans" cxnId="{7D3616C7-0B9E-4F0E-BBF1-CFF73A63BE64}">
      <dgm:prSet/>
      <dgm:spPr/>
      <dgm:t>
        <a:bodyPr/>
        <a:lstStyle/>
        <a:p>
          <a:endParaRPr lang="en-GB"/>
        </a:p>
      </dgm:t>
    </dgm:pt>
    <dgm:pt modelId="{E14FA1C3-0A53-47B4-8C1D-78A737E33938}">
      <dgm:prSet/>
      <dgm:spPr/>
      <dgm:t>
        <a:bodyPr/>
        <a:lstStyle/>
        <a:p>
          <a:endParaRPr lang="en-GB" dirty="0"/>
        </a:p>
      </dgm:t>
    </dgm:pt>
    <dgm:pt modelId="{C2038DCC-5B19-446F-A4AD-9CC37E4993F2}" type="parTrans" cxnId="{3FE623C3-2C28-4340-B44D-7CF8C1E658C1}">
      <dgm:prSet/>
      <dgm:spPr/>
      <dgm:t>
        <a:bodyPr/>
        <a:lstStyle/>
        <a:p>
          <a:endParaRPr lang="en-GB"/>
        </a:p>
      </dgm:t>
    </dgm:pt>
    <dgm:pt modelId="{CFAE0035-0D47-4001-A729-648F421F29D1}" type="sibTrans" cxnId="{3FE623C3-2C28-4340-B44D-7CF8C1E658C1}">
      <dgm:prSet/>
      <dgm:spPr/>
      <dgm:t>
        <a:bodyPr/>
        <a:lstStyle/>
        <a:p>
          <a:endParaRPr lang="en-GB"/>
        </a:p>
      </dgm:t>
    </dgm:pt>
    <dgm:pt modelId="{0646C009-A126-44C0-9328-CB38E91AD092}">
      <dgm:prSet/>
      <dgm:spPr/>
      <dgm:t>
        <a:bodyPr/>
        <a:lstStyle/>
        <a:p>
          <a:endParaRPr lang="en-GB" dirty="0"/>
        </a:p>
      </dgm:t>
    </dgm:pt>
    <dgm:pt modelId="{27A1436A-592A-4192-9A18-AD1C0210B17E}" type="parTrans" cxnId="{CA5C2710-A144-439E-80CF-43B4ADC3EE64}">
      <dgm:prSet/>
      <dgm:spPr/>
      <dgm:t>
        <a:bodyPr/>
        <a:lstStyle/>
        <a:p>
          <a:endParaRPr lang="en-GB"/>
        </a:p>
      </dgm:t>
    </dgm:pt>
    <dgm:pt modelId="{0C1E2463-9010-4872-BBDC-FD12E820F45F}" type="sibTrans" cxnId="{CA5C2710-A144-439E-80CF-43B4ADC3EE64}">
      <dgm:prSet/>
      <dgm:spPr/>
      <dgm:t>
        <a:bodyPr/>
        <a:lstStyle/>
        <a:p>
          <a:endParaRPr lang="en-GB"/>
        </a:p>
      </dgm:t>
    </dgm:pt>
    <dgm:pt modelId="{71829B2A-CE5C-440E-9DAC-F7A511FFDFD8}">
      <dgm:prSet phldrT="[Text]"/>
      <dgm:spPr/>
      <dgm:t>
        <a:bodyPr/>
        <a:lstStyle/>
        <a:p>
          <a:pPr>
            <a:buNone/>
          </a:pPr>
          <a:r>
            <a:rPr lang="en-GB" b="1" u="sng" dirty="0"/>
            <a:t>Use Case</a:t>
          </a:r>
          <a:r>
            <a:rPr lang="en-GB" b="1" dirty="0"/>
            <a:t>:</a:t>
          </a:r>
          <a:r>
            <a:rPr lang="en-GB" dirty="0"/>
            <a:t> Find hidden patterns in unlabelled data</a:t>
          </a:r>
        </a:p>
      </dgm:t>
    </dgm:pt>
    <dgm:pt modelId="{80C9E161-76CC-41E3-92DA-44215F936C05}" type="parTrans" cxnId="{254331CB-213B-47EE-9883-962A8FE0E211}">
      <dgm:prSet/>
      <dgm:spPr/>
      <dgm:t>
        <a:bodyPr/>
        <a:lstStyle/>
        <a:p>
          <a:endParaRPr lang="en-GB"/>
        </a:p>
      </dgm:t>
    </dgm:pt>
    <dgm:pt modelId="{27D48B10-81FA-423F-9ECC-164C5D55A19E}" type="sibTrans" cxnId="{254331CB-213B-47EE-9883-962A8FE0E211}">
      <dgm:prSet/>
      <dgm:spPr/>
      <dgm:t>
        <a:bodyPr/>
        <a:lstStyle/>
        <a:p>
          <a:endParaRPr lang="en-GB"/>
        </a:p>
      </dgm:t>
    </dgm:pt>
    <dgm:pt modelId="{B6CFF8E4-DE2B-44C9-A3B5-6DA9063FE2E2}">
      <dgm:prSet/>
      <dgm:spPr/>
      <dgm:t>
        <a:bodyPr/>
        <a:lstStyle/>
        <a:p>
          <a:pPr>
            <a:buNone/>
          </a:pPr>
          <a:r>
            <a:rPr lang="en-GB" b="1" u="sng" dirty="0"/>
            <a:t>Example</a:t>
          </a:r>
          <a:r>
            <a:rPr lang="en-GB" b="1" dirty="0"/>
            <a:t>:</a:t>
          </a:r>
          <a:r>
            <a:rPr lang="en-GB" dirty="0"/>
            <a:t> Discover unusual weather trends over time</a:t>
          </a:r>
        </a:p>
      </dgm:t>
    </dgm:pt>
    <dgm:pt modelId="{49975C73-6EB6-4DC7-9AD6-4423749E434F}" type="parTrans" cxnId="{73B22B9C-FB92-4F53-9243-36F83616EE76}">
      <dgm:prSet/>
      <dgm:spPr/>
      <dgm:t>
        <a:bodyPr/>
        <a:lstStyle/>
        <a:p>
          <a:endParaRPr lang="en-GB"/>
        </a:p>
      </dgm:t>
    </dgm:pt>
    <dgm:pt modelId="{664394D0-AAC1-449B-8267-F2D518539FED}" type="sibTrans" cxnId="{73B22B9C-FB92-4F53-9243-36F83616EE76}">
      <dgm:prSet/>
      <dgm:spPr/>
      <dgm:t>
        <a:bodyPr/>
        <a:lstStyle/>
        <a:p>
          <a:endParaRPr lang="en-GB"/>
        </a:p>
      </dgm:t>
    </dgm:pt>
    <dgm:pt modelId="{325A018F-6B08-411B-9DBA-CFFB5DDF6FB2}">
      <dgm:prSet/>
      <dgm:spPr/>
      <dgm:t>
        <a:bodyPr/>
        <a:lstStyle/>
        <a:p>
          <a:pPr>
            <a:buNone/>
          </a:pPr>
          <a:r>
            <a:rPr lang="en-GB" b="1" u="sng" dirty="0"/>
            <a:t>Techniques</a:t>
          </a:r>
          <a:r>
            <a:rPr lang="en-GB" b="1" dirty="0"/>
            <a:t>:</a:t>
          </a:r>
          <a:r>
            <a:rPr lang="en-GB" dirty="0"/>
            <a:t> Clustering (e.g., K-Means), PCA</a:t>
          </a:r>
        </a:p>
      </dgm:t>
    </dgm:pt>
    <dgm:pt modelId="{15311183-B416-46D9-A673-B235629CF84E}" type="parTrans" cxnId="{AA227341-E98D-466B-B248-3ADC80D40D9B}">
      <dgm:prSet/>
      <dgm:spPr/>
      <dgm:t>
        <a:bodyPr/>
        <a:lstStyle/>
        <a:p>
          <a:endParaRPr lang="en-GB"/>
        </a:p>
      </dgm:t>
    </dgm:pt>
    <dgm:pt modelId="{578A3EF4-D350-42FD-885E-4907144C19C8}" type="sibTrans" cxnId="{AA227341-E98D-466B-B248-3ADC80D40D9B}">
      <dgm:prSet/>
      <dgm:spPr/>
      <dgm:t>
        <a:bodyPr/>
        <a:lstStyle/>
        <a:p>
          <a:endParaRPr lang="en-GB"/>
        </a:p>
      </dgm:t>
    </dgm:pt>
    <dgm:pt modelId="{FFEE4C19-CE82-47FD-88AC-DBE293ABDD58}">
      <dgm:prSet/>
      <dgm:spPr/>
      <dgm:t>
        <a:bodyPr/>
        <a:lstStyle/>
        <a:p>
          <a:pPr>
            <a:buNone/>
          </a:pPr>
          <a:r>
            <a:rPr lang="en-GB" b="1" u="sng" dirty="0"/>
            <a:t>Value</a:t>
          </a:r>
          <a:r>
            <a:rPr lang="en-GB" b="1" dirty="0"/>
            <a:t>:</a:t>
          </a:r>
          <a:r>
            <a:rPr lang="en-GB" dirty="0"/>
            <a:t> Highlights changes without needing pre-defined labels</a:t>
          </a:r>
        </a:p>
      </dgm:t>
    </dgm:pt>
    <dgm:pt modelId="{094A8F62-BBAF-459A-92CD-C6A24A92D800}" type="parTrans" cxnId="{20290029-7D1C-43D4-919C-B2F9F58E0369}">
      <dgm:prSet/>
      <dgm:spPr/>
      <dgm:t>
        <a:bodyPr/>
        <a:lstStyle/>
        <a:p>
          <a:endParaRPr lang="en-GB"/>
        </a:p>
      </dgm:t>
    </dgm:pt>
    <dgm:pt modelId="{6A6650AD-EA30-4A9A-8EC9-2E20B317BFE2}" type="sibTrans" cxnId="{20290029-7D1C-43D4-919C-B2F9F58E0369}">
      <dgm:prSet/>
      <dgm:spPr/>
      <dgm:t>
        <a:bodyPr/>
        <a:lstStyle/>
        <a:p>
          <a:endParaRPr lang="en-GB"/>
        </a:p>
      </dgm:t>
    </dgm:pt>
    <dgm:pt modelId="{6844418B-817B-4FBF-A138-B3C9D6C5DA5C}">
      <dgm:prSet phldrT="[Text]"/>
      <dgm:spPr/>
      <dgm:t>
        <a:bodyPr/>
        <a:lstStyle/>
        <a:p>
          <a:pPr>
            <a:buNone/>
          </a:pPr>
          <a:r>
            <a:rPr lang="en-GB" b="1" u="sng" dirty="0"/>
            <a:t>Use Case</a:t>
          </a:r>
          <a:r>
            <a:rPr lang="en-GB" b="1" dirty="0"/>
            <a:t>:</a:t>
          </a:r>
          <a:r>
            <a:rPr lang="en-GB" dirty="0"/>
            <a:t> Make long-term weather forecasts using past data</a:t>
          </a:r>
        </a:p>
      </dgm:t>
    </dgm:pt>
    <dgm:pt modelId="{CC6193FC-10BF-4550-85D2-582FA41D8FB4}" type="parTrans" cxnId="{278CFDDE-47CF-4C03-AB2E-8740F2DFF273}">
      <dgm:prSet/>
      <dgm:spPr/>
      <dgm:t>
        <a:bodyPr/>
        <a:lstStyle/>
        <a:p>
          <a:endParaRPr lang="en-GB"/>
        </a:p>
      </dgm:t>
    </dgm:pt>
    <dgm:pt modelId="{D04CB54C-2C89-4E1B-91B8-DB5119A3FBA4}" type="sibTrans" cxnId="{278CFDDE-47CF-4C03-AB2E-8740F2DFF273}">
      <dgm:prSet/>
      <dgm:spPr/>
      <dgm:t>
        <a:bodyPr/>
        <a:lstStyle/>
        <a:p>
          <a:endParaRPr lang="en-GB"/>
        </a:p>
      </dgm:t>
    </dgm:pt>
    <dgm:pt modelId="{57F52796-F45C-45DB-A76F-573F5179FB22}">
      <dgm:prSet/>
      <dgm:spPr/>
      <dgm:t>
        <a:bodyPr/>
        <a:lstStyle/>
        <a:p>
          <a:pPr>
            <a:buNone/>
          </a:pPr>
          <a:r>
            <a:rPr lang="en-GB" b="1" u="sng" dirty="0"/>
            <a:t>Example</a:t>
          </a:r>
          <a:r>
            <a:rPr lang="en-GB" b="1" dirty="0"/>
            <a:t>:</a:t>
          </a:r>
          <a:r>
            <a:rPr lang="en-GB" dirty="0"/>
            <a:t> Predict rainfall patterns using historical sequences</a:t>
          </a:r>
        </a:p>
      </dgm:t>
    </dgm:pt>
    <dgm:pt modelId="{B9895CF4-4D9F-45CF-87FF-0DFC927FA1F2}" type="parTrans" cxnId="{B8E2FF54-6107-4277-B389-C4BDF6213939}">
      <dgm:prSet/>
      <dgm:spPr/>
      <dgm:t>
        <a:bodyPr/>
        <a:lstStyle/>
        <a:p>
          <a:endParaRPr lang="en-GB"/>
        </a:p>
      </dgm:t>
    </dgm:pt>
    <dgm:pt modelId="{66D18092-BA66-426E-914A-E13CD692BBE1}" type="sibTrans" cxnId="{B8E2FF54-6107-4277-B389-C4BDF6213939}">
      <dgm:prSet/>
      <dgm:spPr/>
      <dgm:t>
        <a:bodyPr/>
        <a:lstStyle/>
        <a:p>
          <a:endParaRPr lang="en-GB"/>
        </a:p>
      </dgm:t>
    </dgm:pt>
    <dgm:pt modelId="{28698AA3-74FC-4EF8-8F1F-D11AFDE856AE}">
      <dgm:prSet/>
      <dgm:spPr/>
      <dgm:t>
        <a:bodyPr/>
        <a:lstStyle/>
        <a:p>
          <a:pPr>
            <a:buNone/>
          </a:pPr>
          <a:r>
            <a:rPr lang="en-GB" b="1" u="sng" dirty="0"/>
            <a:t>Techniques</a:t>
          </a:r>
          <a:r>
            <a:rPr lang="en-GB" b="1" dirty="0"/>
            <a:t>:</a:t>
          </a:r>
          <a:r>
            <a:rPr lang="en-GB" dirty="0"/>
            <a:t> RNNs, LSTMs (with </a:t>
          </a:r>
          <a:r>
            <a:rPr lang="en-GB" dirty="0" err="1"/>
            <a:t>Keras</a:t>
          </a:r>
          <a:r>
            <a:rPr lang="en-GB" dirty="0"/>
            <a:t>/TensorFlow)</a:t>
          </a:r>
        </a:p>
      </dgm:t>
    </dgm:pt>
    <dgm:pt modelId="{3B0E0C16-F75B-45DF-A5EA-FF7C78909140}" type="parTrans" cxnId="{D47835BD-0B1B-4949-AC55-84BF33B0297C}">
      <dgm:prSet/>
      <dgm:spPr/>
      <dgm:t>
        <a:bodyPr/>
        <a:lstStyle/>
        <a:p>
          <a:endParaRPr lang="en-GB"/>
        </a:p>
      </dgm:t>
    </dgm:pt>
    <dgm:pt modelId="{378BA28D-653C-4442-B05E-950AAA4312BF}" type="sibTrans" cxnId="{D47835BD-0B1B-4949-AC55-84BF33B0297C}">
      <dgm:prSet/>
      <dgm:spPr/>
      <dgm:t>
        <a:bodyPr/>
        <a:lstStyle/>
        <a:p>
          <a:endParaRPr lang="en-GB"/>
        </a:p>
      </dgm:t>
    </dgm:pt>
    <dgm:pt modelId="{8A31E723-D205-47DE-BD88-17085C73A695}">
      <dgm:prSet/>
      <dgm:spPr/>
      <dgm:t>
        <a:bodyPr/>
        <a:lstStyle/>
        <a:p>
          <a:pPr>
            <a:buNone/>
          </a:pPr>
          <a:r>
            <a:rPr lang="en-GB" b="1" u="sng" dirty="0"/>
            <a:t>Value</a:t>
          </a:r>
          <a:r>
            <a:rPr lang="en-GB" b="1" dirty="0"/>
            <a:t>:</a:t>
          </a:r>
          <a:r>
            <a:rPr lang="en-GB" dirty="0"/>
            <a:t> Excellent for modelling complex, time-based climate trends</a:t>
          </a:r>
        </a:p>
      </dgm:t>
    </dgm:pt>
    <dgm:pt modelId="{C3E6A7A2-CE4F-4A15-831C-95B993429F7E}" type="parTrans" cxnId="{EB155230-9A0F-4906-A7F8-ADF72711DEEF}">
      <dgm:prSet/>
      <dgm:spPr/>
      <dgm:t>
        <a:bodyPr/>
        <a:lstStyle/>
        <a:p>
          <a:endParaRPr lang="en-GB"/>
        </a:p>
      </dgm:t>
    </dgm:pt>
    <dgm:pt modelId="{573F3E36-6DCD-43B9-A535-27B383E52103}" type="sibTrans" cxnId="{EB155230-9A0F-4906-A7F8-ADF72711DEEF}">
      <dgm:prSet/>
      <dgm:spPr/>
      <dgm:t>
        <a:bodyPr/>
        <a:lstStyle/>
        <a:p>
          <a:endParaRPr lang="en-GB"/>
        </a:p>
      </dgm:t>
    </dgm:pt>
    <dgm:pt modelId="{08952FD1-513C-488D-89B4-458918C02C46}">
      <dgm:prSet/>
      <dgm:spPr/>
      <dgm:t>
        <a:bodyPr/>
        <a:lstStyle/>
        <a:p>
          <a:pPr>
            <a:buNone/>
          </a:pPr>
          <a:r>
            <a:rPr lang="en-GB" b="1" u="sng" dirty="0"/>
            <a:t>Example</a:t>
          </a:r>
          <a:r>
            <a:rPr lang="en-GB" b="1" dirty="0"/>
            <a:t>:</a:t>
          </a:r>
          <a:r>
            <a:rPr lang="en-GB" dirty="0"/>
            <a:t> Predict if tomorrow will be “extreme weather”</a:t>
          </a:r>
        </a:p>
      </dgm:t>
    </dgm:pt>
    <dgm:pt modelId="{8C7D549D-C187-4C4C-AA57-C829BFD89671}" type="parTrans" cxnId="{F76027BC-6854-4297-B71C-F42034CA24ED}">
      <dgm:prSet/>
      <dgm:spPr/>
      <dgm:t>
        <a:bodyPr/>
        <a:lstStyle/>
        <a:p>
          <a:endParaRPr lang="en-GB"/>
        </a:p>
      </dgm:t>
    </dgm:pt>
    <dgm:pt modelId="{402968D7-1DD5-427D-B8BC-F96FFF2692F6}" type="sibTrans" cxnId="{F76027BC-6854-4297-B71C-F42034CA24ED}">
      <dgm:prSet/>
      <dgm:spPr/>
      <dgm:t>
        <a:bodyPr/>
        <a:lstStyle/>
        <a:p>
          <a:endParaRPr lang="en-GB"/>
        </a:p>
      </dgm:t>
    </dgm:pt>
    <dgm:pt modelId="{4826B224-66CC-49F4-A87A-596B4ECEC0B7}">
      <dgm:prSet/>
      <dgm:spPr/>
      <dgm:t>
        <a:bodyPr/>
        <a:lstStyle/>
        <a:p>
          <a:pPr>
            <a:buNone/>
          </a:pPr>
          <a:r>
            <a:rPr lang="en-GB" b="1" u="sng" dirty="0"/>
            <a:t>Techniques</a:t>
          </a:r>
          <a:r>
            <a:rPr lang="en-GB" b="1" dirty="0"/>
            <a:t>:</a:t>
          </a:r>
          <a:r>
            <a:rPr lang="en-GB" dirty="0"/>
            <a:t> Decision trees, random sampling</a:t>
          </a:r>
        </a:p>
      </dgm:t>
    </dgm:pt>
    <dgm:pt modelId="{DBCB1B58-862F-4D7B-AB35-7B012026B694}" type="parTrans" cxnId="{F3B23BE9-4262-42F5-A54D-5CB5F7F62EAD}">
      <dgm:prSet/>
      <dgm:spPr/>
      <dgm:t>
        <a:bodyPr/>
        <a:lstStyle/>
        <a:p>
          <a:endParaRPr lang="en-GB"/>
        </a:p>
      </dgm:t>
    </dgm:pt>
    <dgm:pt modelId="{539ABA02-9617-4EB5-97BA-4911165090CD}" type="sibTrans" cxnId="{F3B23BE9-4262-42F5-A54D-5CB5F7F62EAD}">
      <dgm:prSet/>
      <dgm:spPr/>
      <dgm:t>
        <a:bodyPr/>
        <a:lstStyle/>
        <a:p>
          <a:endParaRPr lang="en-GB"/>
        </a:p>
      </dgm:t>
    </dgm:pt>
    <dgm:pt modelId="{039D2AA3-F4E9-4729-8BFE-24E42F0425E5}">
      <dgm:prSet/>
      <dgm:spPr/>
      <dgm:t>
        <a:bodyPr/>
        <a:lstStyle/>
        <a:p>
          <a:pPr>
            <a:buNone/>
          </a:pPr>
          <a:r>
            <a:rPr lang="en-GB" b="1" u="sng" dirty="0"/>
            <a:t>Value</a:t>
          </a:r>
          <a:r>
            <a:rPr lang="en-GB" b="1" dirty="0"/>
            <a:t>:</a:t>
          </a:r>
          <a:r>
            <a:rPr lang="en-GB" dirty="0"/>
            <a:t> Reliable, interpretable, and performs well on structured data</a:t>
          </a:r>
        </a:p>
      </dgm:t>
    </dgm:pt>
    <dgm:pt modelId="{709F6DFD-9D47-4157-BFA3-2740E9C5B34A}" type="parTrans" cxnId="{87CF5DB1-525F-4667-9ED4-C22EB3E6AF94}">
      <dgm:prSet/>
      <dgm:spPr/>
      <dgm:t>
        <a:bodyPr/>
        <a:lstStyle/>
        <a:p>
          <a:endParaRPr lang="en-GB"/>
        </a:p>
      </dgm:t>
    </dgm:pt>
    <dgm:pt modelId="{0009F1B9-E8E9-4362-A72E-13D3F190F416}" type="sibTrans" cxnId="{87CF5DB1-525F-4667-9ED4-C22EB3E6AF94}">
      <dgm:prSet/>
      <dgm:spPr/>
      <dgm:t>
        <a:bodyPr/>
        <a:lstStyle/>
        <a:p>
          <a:endParaRPr lang="en-GB"/>
        </a:p>
      </dgm:t>
    </dgm:pt>
    <dgm:pt modelId="{E6D68BDA-3521-487A-B83D-FB5C05338C88}">
      <dgm:prSet/>
      <dgm:spPr/>
      <dgm:t>
        <a:bodyPr/>
        <a:lstStyle/>
        <a:p>
          <a:r>
            <a:rPr lang="en-GB" b="1" u="sng" dirty="0"/>
            <a:t>Use Case</a:t>
          </a:r>
          <a:r>
            <a:rPr lang="en-GB" b="1" dirty="0"/>
            <a:t>:</a:t>
          </a:r>
          <a:r>
            <a:rPr lang="en-GB" dirty="0"/>
            <a:t> Generate synthetic weather futures</a:t>
          </a:r>
        </a:p>
      </dgm:t>
    </dgm:pt>
    <dgm:pt modelId="{5851629F-9E4E-40AC-8AB3-4F6FAC51DBE0}" type="parTrans" cxnId="{86270F1B-FAD4-4202-8B04-FCB99DCBE681}">
      <dgm:prSet/>
      <dgm:spPr/>
      <dgm:t>
        <a:bodyPr/>
        <a:lstStyle/>
        <a:p>
          <a:endParaRPr lang="en-GB"/>
        </a:p>
      </dgm:t>
    </dgm:pt>
    <dgm:pt modelId="{0EDE7914-59AB-4E90-8076-BBA32AC6180C}" type="sibTrans" cxnId="{86270F1B-FAD4-4202-8B04-FCB99DCBE681}">
      <dgm:prSet/>
      <dgm:spPr/>
      <dgm:t>
        <a:bodyPr/>
        <a:lstStyle/>
        <a:p>
          <a:endParaRPr lang="en-GB"/>
        </a:p>
      </dgm:t>
    </dgm:pt>
    <dgm:pt modelId="{40FFB508-B283-49F2-BCA3-72AB91002360}">
      <dgm:prSet/>
      <dgm:spPr/>
      <dgm:t>
        <a:bodyPr/>
        <a:lstStyle/>
        <a:p>
          <a:pPr>
            <a:buNone/>
          </a:pPr>
          <a:r>
            <a:rPr lang="en-GB" b="1" u="sng" dirty="0"/>
            <a:t>Example</a:t>
          </a:r>
          <a:r>
            <a:rPr lang="en-GB" b="1" dirty="0"/>
            <a:t>:</a:t>
          </a:r>
          <a:r>
            <a:rPr lang="en-GB" dirty="0"/>
            <a:t> Simulate 2050’s climate under different carbon scenarios</a:t>
          </a:r>
        </a:p>
      </dgm:t>
    </dgm:pt>
    <dgm:pt modelId="{D3B95D65-3C1C-4169-A2FD-D1532C8396CF}" type="parTrans" cxnId="{6576765C-35C7-4A99-8854-2E0EB7196D70}">
      <dgm:prSet/>
      <dgm:spPr/>
      <dgm:t>
        <a:bodyPr/>
        <a:lstStyle/>
        <a:p>
          <a:endParaRPr lang="en-GB"/>
        </a:p>
      </dgm:t>
    </dgm:pt>
    <dgm:pt modelId="{6FBC37A4-23A8-49B5-8A05-91121E0F82AD}" type="sibTrans" cxnId="{6576765C-35C7-4A99-8854-2E0EB7196D70}">
      <dgm:prSet/>
      <dgm:spPr/>
      <dgm:t>
        <a:bodyPr/>
        <a:lstStyle/>
        <a:p>
          <a:endParaRPr lang="en-GB"/>
        </a:p>
      </dgm:t>
    </dgm:pt>
    <dgm:pt modelId="{8E25E66F-8B35-4798-A8E2-B9D3FE904E6C}">
      <dgm:prSet/>
      <dgm:spPr/>
      <dgm:t>
        <a:bodyPr/>
        <a:lstStyle/>
        <a:p>
          <a:pPr>
            <a:buNone/>
          </a:pPr>
          <a:r>
            <a:rPr lang="en-GB" b="1" u="sng" dirty="0"/>
            <a:t>Techniques</a:t>
          </a:r>
          <a:r>
            <a:rPr lang="en-GB" b="1" dirty="0"/>
            <a:t>:</a:t>
          </a:r>
          <a:r>
            <a:rPr lang="en-GB" dirty="0"/>
            <a:t> Generator + Discriminator networks</a:t>
          </a:r>
        </a:p>
      </dgm:t>
    </dgm:pt>
    <dgm:pt modelId="{9F25D758-7D5E-47DA-A9F1-1EF3F911B45E}" type="parTrans" cxnId="{D3C24470-CCC2-47BD-BB4F-7D3A589D8D52}">
      <dgm:prSet/>
      <dgm:spPr/>
      <dgm:t>
        <a:bodyPr/>
        <a:lstStyle/>
        <a:p>
          <a:endParaRPr lang="en-GB"/>
        </a:p>
      </dgm:t>
    </dgm:pt>
    <dgm:pt modelId="{412D6349-A81A-47D2-A90F-45A55C1D93AE}" type="sibTrans" cxnId="{D3C24470-CCC2-47BD-BB4F-7D3A589D8D52}">
      <dgm:prSet/>
      <dgm:spPr/>
      <dgm:t>
        <a:bodyPr/>
        <a:lstStyle/>
        <a:p>
          <a:endParaRPr lang="en-GB"/>
        </a:p>
      </dgm:t>
    </dgm:pt>
    <dgm:pt modelId="{0D43AF79-FDA1-4274-90D1-26AE4D0452F3}">
      <dgm:prSet/>
      <dgm:spPr/>
      <dgm:t>
        <a:bodyPr/>
        <a:lstStyle/>
        <a:p>
          <a:pPr>
            <a:buNone/>
          </a:pPr>
          <a:r>
            <a:rPr lang="en-GB" b="1" u="sng" dirty="0"/>
            <a:t>Value</a:t>
          </a:r>
          <a:r>
            <a:rPr lang="en-GB" b="1" dirty="0"/>
            <a:t>:</a:t>
          </a:r>
          <a:r>
            <a:rPr lang="en-GB" dirty="0"/>
            <a:t> Exploratory tool to visualize climate possibilities</a:t>
          </a:r>
        </a:p>
      </dgm:t>
    </dgm:pt>
    <dgm:pt modelId="{E0649F24-A2F8-4978-BCD4-66C571106248}" type="parTrans" cxnId="{D3564FDA-E9FE-4B32-90D0-7C19DDFF572D}">
      <dgm:prSet/>
      <dgm:spPr/>
      <dgm:t>
        <a:bodyPr/>
        <a:lstStyle/>
        <a:p>
          <a:endParaRPr lang="en-GB"/>
        </a:p>
      </dgm:t>
    </dgm:pt>
    <dgm:pt modelId="{A4134A06-30A7-4474-BE70-5F55687DCA65}" type="sibTrans" cxnId="{D3564FDA-E9FE-4B32-90D0-7C19DDFF572D}">
      <dgm:prSet/>
      <dgm:spPr/>
      <dgm:t>
        <a:bodyPr/>
        <a:lstStyle/>
        <a:p>
          <a:endParaRPr lang="en-GB"/>
        </a:p>
      </dgm:t>
    </dgm:pt>
    <dgm:pt modelId="{7A082D99-1320-4892-9E69-1F5C987777FC}">
      <dgm:prSet phldrT="[Text]" phldr="1"/>
      <dgm:spPr/>
      <dgm:t>
        <a:bodyPr/>
        <a:lstStyle/>
        <a:p>
          <a:pPr>
            <a:buFontTx/>
            <a:buNone/>
          </a:pPr>
          <a:endParaRPr lang="en-GB" dirty="0"/>
        </a:p>
      </dgm:t>
    </dgm:pt>
    <dgm:pt modelId="{5CFB7EAA-8315-49B6-8810-34CAA24D9B92}" type="sibTrans" cxnId="{BC99310C-92EA-4970-95BB-9B5EF2392028}">
      <dgm:prSet/>
      <dgm:spPr/>
      <dgm:t>
        <a:bodyPr/>
        <a:lstStyle/>
        <a:p>
          <a:endParaRPr lang="en-GB"/>
        </a:p>
      </dgm:t>
    </dgm:pt>
    <dgm:pt modelId="{E541BD74-B407-4DC8-81C3-202EC60907D6}" type="parTrans" cxnId="{BC99310C-92EA-4970-95BB-9B5EF2392028}">
      <dgm:prSet/>
      <dgm:spPr/>
      <dgm:t>
        <a:bodyPr/>
        <a:lstStyle/>
        <a:p>
          <a:endParaRPr lang="en-GB"/>
        </a:p>
      </dgm:t>
    </dgm:pt>
    <dgm:pt modelId="{1B7972BF-982F-4098-953D-2584B1F3B46C}">
      <dgm:prSet phldrT="[Text]"/>
      <dgm:spPr/>
      <dgm:t>
        <a:bodyPr/>
        <a:lstStyle/>
        <a:p>
          <a:pPr>
            <a:buNone/>
          </a:pPr>
          <a:r>
            <a:rPr lang="en-GB" b="1" u="sng" dirty="0"/>
            <a:t>Use Case</a:t>
          </a:r>
          <a:r>
            <a:rPr lang="en-GB" b="1" dirty="0"/>
            <a:t>:</a:t>
          </a:r>
          <a:r>
            <a:rPr lang="en-GB" dirty="0"/>
            <a:t> Classify and predict with robustness and accuracy</a:t>
          </a:r>
        </a:p>
      </dgm:t>
    </dgm:pt>
    <dgm:pt modelId="{AD5B2D32-F25C-4AE8-8647-2C731F8CE63E}" type="sibTrans" cxnId="{3F4152DF-BC67-4EA4-A008-2136DE05C1B3}">
      <dgm:prSet/>
      <dgm:spPr/>
      <dgm:t>
        <a:bodyPr/>
        <a:lstStyle/>
        <a:p>
          <a:endParaRPr lang="en-GB"/>
        </a:p>
      </dgm:t>
    </dgm:pt>
    <dgm:pt modelId="{B363FE45-1691-4E00-A82D-618BB87ABEBA}" type="parTrans" cxnId="{3F4152DF-BC67-4EA4-A008-2136DE05C1B3}">
      <dgm:prSet/>
      <dgm:spPr/>
      <dgm:t>
        <a:bodyPr/>
        <a:lstStyle/>
        <a:p>
          <a:endParaRPr lang="en-GB"/>
        </a:p>
      </dgm:t>
    </dgm:pt>
    <dgm:pt modelId="{7ED0E91C-9AD4-4B6A-8E88-030D07EA5CF0}" type="pres">
      <dgm:prSet presAssocID="{69BBBF15-CA4E-40C6-BFAE-29896713709D}" presName="linearFlow" presStyleCnt="0">
        <dgm:presLayoutVars>
          <dgm:dir/>
          <dgm:animLvl val="lvl"/>
          <dgm:resizeHandles/>
        </dgm:presLayoutVars>
      </dgm:prSet>
      <dgm:spPr/>
    </dgm:pt>
    <dgm:pt modelId="{E0AEEC5F-F857-40AD-B501-A689514E8515}" type="pres">
      <dgm:prSet presAssocID="{D533DC18-D7A9-4343-B81A-18A25FA97342}" presName="compositeNode" presStyleCnt="0">
        <dgm:presLayoutVars>
          <dgm:bulletEnabled val="1"/>
        </dgm:presLayoutVars>
      </dgm:prSet>
      <dgm:spPr/>
    </dgm:pt>
    <dgm:pt modelId="{39821379-B3CA-4C68-88E3-FC083BEF3C03}" type="pres">
      <dgm:prSet presAssocID="{D533DC18-D7A9-4343-B81A-18A25FA97342}" presName="image" presStyleLbl="fgImgPlace1" presStyleIdx="0" presStyleCnt="4" custScaleX="174277" custScaleY="10138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6000" b="-36000"/>
          </a:stretch>
        </a:blipFill>
      </dgm:spPr>
    </dgm:pt>
    <dgm:pt modelId="{E7F8C222-A845-4051-BE79-C05F1C2C6BDC}" type="pres">
      <dgm:prSet presAssocID="{D533DC18-D7A9-4343-B81A-18A25FA97342}" presName="childNode" presStyleLbl="node1" presStyleIdx="0" presStyleCnt="4">
        <dgm:presLayoutVars>
          <dgm:bulletEnabled val="1"/>
        </dgm:presLayoutVars>
      </dgm:prSet>
      <dgm:spPr/>
    </dgm:pt>
    <dgm:pt modelId="{448721C1-A3E5-4E2A-9AC3-B075A9133260}" type="pres">
      <dgm:prSet presAssocID="{D533DC18-D7A9-4343-B81A-18A25FA97342}" presName="parentNode" presStyleLbl="revTx" presStyleIdx="0" presStyleCnt="4">
        <dgm:presLayoutVars>
          <dgm:chMax val="0"/>
          <dgm:bulletEnabled val="1"/>
        </dgm:presLayoutVars>
      </dgm:prSet>
      <dgm:spPr/>
    </dgm:pt>
    <dgm:pt modelId="{E8E09A08-5E79-41F5-BEC7-27A67ABC5592}" type="pres">
      <dgm:prSet presAssocID="{B5050A2C-07DC-4612-83AC-A5A1E709E058}" presName="sibTrans" presStyleCnt="0"/>
      <dgm:spPr/>
    </dgm:pt>
    <dgm:pt modelId="{4FC9688F-CB83-4A9F-8A0B-D000951E05A7}" type="pres">
      <dgm:prSet presAssocID="{E473941F-6590-4F74-B37C-5A2B36FA776E}" presName="compositeNode" presStyleCnt="0">
        <dgm:presLayoutVars>
          <dgm:bulletEnabled val="1"/>
        </dgm:presLayoutVars>
      </dgm:prSet>
      <dgm:spPr/>
    </dgm:pt>
    <dgm:pt modelId="{8D48DE92-952B-47A6-A493-7BAC1D1572CF}" type="pres">
      <dgm:prSet presAssocID="{E473941F-6590-4F74-B37C-5A2B36FA776E}" presName="image" presStyleLbl="fgImgPlace1" presStyleIdx="1" presStyleCnt="4" custScaleX="163484" custScaleY="109811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</dgm:spPr>
    </dgm:pt>
    <dgm:pt modelId="{3CB4779D-019A-40DF-AAAB-0988F95A4E18}" type="pres">
      <dgm:prSet presAssocID="{E473941F-6590-4F74-B37C-5A2B36FA776E}" presName="childNode" presStyleLbl="node1" presStyleIdx="1" presStyleCnt="4">
        <dgm:presLayoutVars>
          <dgm:bulletEnabled val="1"/>
        </dgm:presLayoutVars>
      </dgm:prSet>
      <dgm:spPr/>
    </dgm:pt>
    <dgm:pt modelId="{E60360E2-1C9B-4E8E-AF9B-7BC2B8EA9CB5}" type="pres">
      <dgm:prSet presAssocID="{E473941F-6590-4F74-B37C-5A2B36FA776E}" presName="parentNode" presStyleLbl="revTx" presStyleIdx="1" presStyleCnt="4">
        <dgm:presLayoutVars>
          <dgm:chMax val="0"/>
          <dgm:bulletEnabled val="1"/>
        </dgm:presLayoutVars>
      </dgm:prSet>
      <dgm:spPr/>
    </dgm:pt>
    <dgm:pt modelId="{64126157-4371-45F2-A03A-9BCB2E025121}" type="pres">
      <dgm:prSet presAssocID="{7CFFBDD0-CDEA-4615-9C1E-DE1CDAC9F460}" presName="sibTrans" presStyleCnt="0"/>
      <dgm:spPr/>
    </dgm:pt>
    <dgm:pt modelId="{27DE2DFF-1E91-460F-AD04-2AAF61ED0BD0}" type="pres">
      <dgm:prSet presAssocID="{038AD4A6-C199-4380-B09D-72AF9E1ED1BE}" presName="compositeNode" presStyleCnt="0">
        <dgm:presLayoutVars>
          <dgm:bulletEnabled val="1"/>
        </dgm:presLayoutVars>
      </dgm:prSet>
      <dgm:spPr/>
    </dgm:pt>
    <dgm:pt modelId="{FA4DF211-2975-4909-9E10-5E2613975D40}" type="pres">
      <dgm:prSet presAssocID="{038AD4A6-C199-4380-B09D-72AF9E1ED1BE}" presName="image" presStyleLbl="fgImgPlace1" presStyleIdx="2" presStyleCnt="4" custScaleX="169962" custScaleY="10597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</dgm:spPr>
    </dgm:pt>
    <dgm:pt modelId="{98270FF5-BDAF-4E91-9341-5876EF2B498A}" type="pres">
      <dgm:prSet presAssocID="{038AD4A6-C199-4380-B09D-72AF9E1ED1BE}" presName="childNode" presStyleLbl="node1" presStyleIdx="2" presStyleCnt="4">
        <dgm:presLayoutVars>
          <dgm:bulletEnabled val="1"/>
        </dgm:presLayoutVars>
      </dgm:prSet>
      <dgm:spPr/>
    </dgm:pt>
    <dgm:pt modelId="{C3C84E39-4430-426E-878A-AD05EC9E1242}" type="pres">
      <dgm:prSet presAssocID="{038AD4A6-C199-4380-B09D-72AF9E1ED1BE}" presName="parentNode" presStyleLbl="revTx" presStyleIdx="2" presStyleCnt="4">
        <dgm:presLayoutVars>
          <dgm:chMax val="0"/>
          <dgm:bulletEnabled val="1"/>
        </dgm:presLayoutVars>
      </dgm:prSet>
      <dgm:spPr/>
    </dgm:pt>
    <dgm:pt modelId="{A30EC3E6-6788-4878-B8B5-844072284014}" type="pres">
      <dgm:prSet presAssocID="{FDD1E34A-A380-4721-8620-4D554317929A}" presName="sibTrans" presStyleCnt="0"/>
      <dgm:spPr/>
    </dgm:pt>
    <dgm:pt modelId="{94163C5B-F873-469B-859C-D648FCEAAEDF}" type="pres">
      <dgm:prSet presAssocID="{E38D0E71-2519-4B64-82A0-40425909C03D}" presName="compositeNode" presStyleCnt="0">
        <dgm:presLayoutVars>
          <dgm:bulletEnabled val="1"/>
        </dgm:presLayoutVars>
      </dgm:prSet>
      <dgm:spPr/>
    </dgm:pt>
    <dgm:pt modelId="{9E300B94-7913-495D-A7A1-B19C9FAE1C0F}" type="pres">
      <dgm:prSet presAssocID="{E38D0E71-2519-4B64-82A0-40425909C03D}" presName="image" presStyleLbl="fgImgPlace1" presStyleIdx="3" presStyleCnt="4" custScaleX="172111" custScaleY="105499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2000" b="-32000"/>
          </a:stretch>
        </a:blipFill>
      </dgm:spPr>
    </dgm:pt>
    <dgm:pt modelId="{6F22385D-7A78-465D-8EC0-1E67F9E9A6D6}" type="pres">
      <dgm:prSet presAssocID="{E38D0E71-2519-4B64-82A0-40425909C03D}" presName="childNode" presStyleLbl="node1" presStyleIdx="3" presStyleCnt="4">
        <dgm:presLayoutVars>
          <dgm:bulletEnabled val="1"/>
        </dgm:presLayoutVars>
      </dgm:prSet>
      <dgm:spPr/>
    </dgm:pt>
    <dgm:pt modelId="{B5288576-32AE-407A-B60B-13FD545FBB04}" type="pres">
      <dgm:prSet presAssocID="{E38D0E71-2519-4B64-82A0-40425909C03D}" presName="parentNode" presStyleLbl="revTx" presStyleIdx="3" presStyleCnt="4">
        <dgm:presLayoutVars>
          <dgm:chMax val="0"/>
          <dgm:bulletEnabled val="1"/>
        </dgm:presLayoutVars>
      </dgm:prSet>
      <dgm:spPr/>
    </dgm:pt>
  </dgm:ptLst>
  <dgm:cxnLst>
    <dgm:cxn modelId="{5C7B9204-5FE6-4767-A6E3-FF7BEE9B11A6}" type="presOf" srcId="{69BBBF15-CA4E-40C6-BFAE-29896713709D}" destId="{7ED0E91C-9AD4-4B6A-8E88-030D07EA5CF0}" srcOrd="0" destOrd="0" presId="urn:microsoft.com/office/officeart/2005/8/layout/hList2"/>
    <dgm:cxn modelId="{C937C004-DE78-4006-9F79-D05C56D45F33}" type="presOf" srcId="{9BD2B84F-8C04-4173-A8E6-376B9AE2542C}" destId="{E7F8C222-A845-4051-BE79-C05F1C2C6BDC}" srcOrd="0" destOrd="0" presId="urn:microsoft.com/office/officeart/2005/8/layout/hList2"/>
    <dgm:cxn modelId="{377EE80A-39D7-454E-8EBE-FDAB192934E6}" srcId="{69BBBF15-CA4E-40C6-BFAE-29896713709D}" destId="{D533DC18-D7A9-4343-B81A-18A25FA97342}" srcOrd="0" destOrd="0" parTransId="{D03EC4B0-E7C5-4EA1-B930-F55A9DC6C859}" sibTransId="{B5050A2C-07DC-4612-83AC-A5A1E709E058}"/>
    <dgm:cxn modelId="{BC99310C-92EA-4970-95BB-9B5EF2392028}" srcId="{038AD4A6-C199-4380-B09D-72AF9E1ED1BE}" destId="{7A082D99-1320-4892-9E69-1F5C987777FC}" srcOrd="0" destOrd="0" parTransId="{E541BD74-B407-4DC8-81C3-202EC60907D6}" sibTransId="{5CFB7EAA-8315-49B6-8810-34CAA24D9B92}"/>
    <dgm:cxn modelId="{CA5C2710-A144-439E-80CF-43B4ADC3EE64}" srcId="{E38D0E71-2519-4B64-82A0-40425909C03D}" destId="{0646C009-A126-44C0-9328-CB38E91AD092}" srcOrd="5" destOrd="0" parTransId="{27A1436A-592A-4192-9A18-AD1C0210B17E}" sibTransId="{0C1E2463-9010-4872-BBDC-FD12E820F45F}"/>
    <dgm:cxn modelId="{FA806C14-9F2F-4F80-8B1B-0F4CFC1C5EEF}" type="presOf" srcId="{E6D68BDA-3521-487A-B83D-FB5C05338C88}" destId="{6F22385D-7A78-465D-8EC0-1E67F9E9A6D6}" srcOrd="0" destOrd="1" presId="urn:microsoft.com/office/officeart/2005/8/layout/hList2"/>
    <dgm:cxn modelId="{28AD7718-74E8-4C75-9030-17053E0D4FD1}" type="presOf" srcId="{039D2AA3-F4E9-4729-8BFE-24E42F0425E5}" destId="{98270FF5-BDAF-4E91-9341-5876EF2B498A}" srcOrd="0" destOrd="4" presId="urn:microsoft.com/office/officeart/2005/8/layout/hList2"/>
    <dgm:cxn modelId="{1932FD1A-B982-4895-BE60-AE631BDEFFEC}" type="presOf" srcId="{E473941F-6590-4F74-B37C-5A2B36FA776E}" destId="{E60360E2-1C9B-4E8E-AF9B-7BC2B8EA9CB5}" srcOrd="0" destOrd="0" presId="urn:microsoft.com/office/officeart/2005/8/layout/hList2"/>
    <dgm:cxn modelId="{86270F1B-FAD4-4202-8B04-FCB99DCBE681}" srcId="{E38D0E71-2519-4B64-82A0-40425909C03D}" destId="{E6D68BDA-3521-487A-B83D-FB5C05338C88}" srcOrd="1" destOrd="0" parTransId="{5851629F-9E4E-40AC-8AB3-4F6FAC51DBE0}" sibTransId="{0EDE7914-59AB-4E90-8076-BBA32AC6180C}"/>
    <dgm:cxn modelId="{C763DB1E-0A39-47BC-BBD9-5FF4518BFE0E}" srcId="{69BBBF15-CA4E-40C6-BFAE-29896713709D}" destId="{038AD4A6-C199-4380-B09D-72AF9E1ED1BE}" srcOrd="2" destOrd="0" parTransId="{8E92D9E1-E8A9-402C-B45F-93D7BE094FD4}" sibTransId="{FDD1E34A-A380-4721-8620-4D554317929A}"/>
    <dgm:cxn modelId="{A7C0F41F-7DA1-470F-B486-77FD0D66B7B1}" type="presOf" srcId="{8A31E723-D205-47DE-BD88-17085C73A695}" destId="{3CB4779D-019A-40DF-AAAB-0988F95A4E18}" srcOrd="0" destOrd="4" presId="urn:microsoft.com/office/officeart/2005/8/layout/hList2"/>
    <dgm:cxn modelId="{C67E1F27-50B0-43C7-BA20-9B930F17834A}" srcId="{E473941F-6590-4F74-B37C-5A2B36FA776E}" destId="{02842045-E87C-4F3B-9E29-FE861E6BE180}" srcOrd="0" destOrd="0" parTransId="{E4A6909B-C503-496C-9739-58B4A4122EFE}" sibTransId="{A2626BDC-6428-4F11-AB39-A4A5F35072D8}"/>
    <dgm:cxn modelId="{20290029-7D1C-43D4-919C-B2F9F58E0369}" srcId="{D533DC18-D7A9-4343-B81A-18A25FA97342}" destId="{FFEE4C19-CE82-47FD-88AC-DBE293ABDD58}" srcOrd="4" destOrd="0" parTransId="{094A8F62-BBAF-459A-92CD-C6A24A92D800}" sibTransId="{6A6650AD-EA30-4A9A-8EC9-2E20B317BFE2}"/>
    <dgm:cxn modelId="{0E4D0B2F-357C-44D2-BA5A-DE6CC0F00140}" type="presOf" srcId="{8E25E66F-8B35-4798-A8E2-B9D3FE904E6C}" destId="{6F22385D-7A78-465D-8EC0-1E67F9E9A6D6}" srcOrd="0" destOrd="3" presId="urn:microsoft.com/office/officeart/2005/8/layout/hList2"/>
    <dgm:cxn modelId="{EB155230-9A0F-4906-A7F8-ADF72711DEEF}" srcId="{E473941F-6590-4F74-B37C-5A2B36FA776E}" destId="{8A31E723-D205-47DE-BD88-17085C73A695}" srcOrd="4" destOrd="0" parTransId="{C3E6A7A2-CE4F-4A15-831C-95B993429F7E}" sibTransId="{573F3E36-6DCD-43B9-A535-27B383E52103}"/>
    <dgm:cxn modelId="{6576765C-35C7-4A99-8854-2E0EB7196D70}" srcId="{E38D0E71-2519-4B64-82A0-40425909C03D}" destId="{40FFB508-B283-49F2-BCA3-72AB91002360}" srcOrd="2" destOrd="0" parTransId="{D3B95D65-3C1C-4169-A2FD-D1532C8396CF}" sibTransId="{6FBC37A4-23A8-49B5-8A05-91121E0F82AD}"/>
    <dgm:cxn modelId="{CA2CB060-AB9A-4E0A-A5E2-FA78E83A6C13}" srcId="{69BBBF15-CA4E-40C6-BFAE-29896713709D}" destId="{E473941F-6590-4F74-B37C-5A2B36FA776E}" srcOrd="1" destOrd="0" parTransId="{999923C7-C67C-471B-941E-C2287C784681}" sibTransId="{7CFFBDD0-CDEA-4615-9C1E-DE1CDAC9F460}"/>
    <dgm:cxn modelId="{AA227341-E98D-466B-B248-3ADC80D40D9B}" srcId="{D533DC18-D7A9-4343-B81A-18A25FA97342}" destId="{325A018F-6B08-411B-9DBA-CFFB5DDF6FB2}" srcOrd="3" destOrd="0" parTransId="{15311183-B416-46D9-A673-B235629CF84E}" sibTransId="{578A3EF4-D350-42FD-885E-4907144C19C8}"/>
    <dgm:cxn modelId="{A9596B46-EC27-4812-829B-2BA7D3E372B7}" type="presOf" srcId="{0D43AF79-FDA1-4274-90D1-26AE4D0452F3}" destId="{6F22385D-7A78-465D-8EC0-1E67F9E9A6D6}" srcOrd="0" destOrd="4" presId="urn:microsoft.com/office/officeart/2005/8/layout/hList2"/>
    <dgm:cxn modelId="{D3C24470-CCC2-47BD-BB4F-7D3A589D8D52}" srcId="{E38D0E71-2519-4B64-82A0-40425909C03D}" destId="{8E25E66F-8B35-4798-A8E2-B9D3FE904E6C}" srcOrd="3" destOrd="0" parTransId="{9F25D758-7D5E-47DA-A9F1-1EF3F911B45E}" sibTransId="{412D6349-A81A-47D2-A90F-45A55C1D93AE}"/>
    <dgm:cxn modelId="{97A46371-83F4-4DF1-ADD2-7FAE7A737696}" type="presOf" srcId="{7A082D99-1320-4892-9E69-1F5C987777FC}" destId="{98270FF5-BDAF-4E91-9341-5876EF2B498A}" srcOrd="0" destOrd="0" presId="urn:microsoft.com/office/officeart/2005/8/layout/hList2"/>
    <dgm:cxn modelId="{34ACD952-9E13-428F-AFA1-9E65CF9C2D3E}" type="presOf" srcId="{0646C009-A126-44C0-9328-CB38E91AD092}" destId="{6F22385D-7A78-465D-8EC0-1E67F9E9A6D6}" srcOrd="0" destOrd="5" presId="urn:microsoft.com/office/officeart/2005/8/layout/hList2"/>
    <dgm:cxn modelId="{B8E2FF54-6107-4277-B389-C4BDF6213939}" srcId="{E473941F-6590-4F74-B37C-5A2B36FA776E}" destId="{57F52796-F45C-45DB-A76F-573F5179FB22}" srcOrd="2" destOrd="0" parTransId="{B9895CF4-4D9F-45CF-87FF-0DFC927FA1F2}" sibTransId="{66D18092-BA66-426E-914A-E13CD692BBE1}"/>
    <dgm:cxn modelId="{7B6D4C58-EFB0-48BF-AA9B-90C79EC26641}" type="presOf" srcId="{6844418B-817B-4FBF-A138-B3C9D6C5DA5C}" destId="{3CB4779D-019A-40DF-AAAB-0988F95A4E18}" srcOrd="0" destOrd="1" presId="urn:microsoft.com/office/officeart/2005/8/layout/hList2"/>
    <dgm:cxn modelId="{0C535578-36E7-44EC-9293-CB80AF5BD69D}" type="presOf" srcId="{038AD4A6-C199-4380-B09D-72AF9E1ED1BE}" destId="{C3C84E39-4430-426E-878A-AD05EC9E1242}" srcOrd="0" destOrd="0" presId="urn:microsoft.com/office/officeart/2005/8/layout/hList2"/>
    <dgm:cxn modelId="{62A7C979-30BA-4B37-BADA-CB1C8782730E}" type="presOf" srcId="{08952FD1-513C-488D-89B4-458918C02C46}" destId="{98270FF5-BDAF-4E91-9341-5876EF2B498A}" srcOrd="0" destOrd="2" presId="urn:microsoft.com/office/officeart/2005/8/layout/hList2"/>
    <dgm:cxn modelId="{564DD55A-2F1B-49B8-B041-81D0E1CB0E8E}" type="presOf" srcId="{57F52796-F45C-45DB-A76F-573F5179FB22}" destId="{3CB4779D-019A-40DF-AAAB-0988F95A4E18}" srcOrd="0" destOrd="2" presId="urn:microsoft.com/office/officeart/2005/8/layout/hList2"/>
    <dgm:cxn modelId="{B847FB8D-6544-438B-8758-5B2701D7D1E9}" type="presOf" srcId="{4826B224-66CC-49F4-A87A-596B4ECEC0B7}" destId="{98270FF5-BDAF-4E91-9341-5876EF2B498A}" srcOrd="0" destOrd="3" presId="urn:microsoft.com/office/officeart/2005/8/layout/hList2"/>
    <dgm:cxn modelId="{6111ED94-7431-4BDA-A034-56450BFC185A}" type="presOf" srcId="{40FFB508-B283-49F2-BCA3-72AB91002360}" destId="{6F22385D-7A78-465D-8EC0-1E67F9E9A6D6}" srcOrd="0" destOrd="2" presId="urn:microsoft.com/office/officeart/2005/8/layout/hList2"/>
    <dgm:cxn modelId="{73B22B9C-FB92-4F53-9243-36F83616EE76}" srcId="{D533DC18-D7A9-4343-B81A-18A25FA97342}" destId="{B6CFF8E4-DE2B-44C9-A3B5-6DA9063FE2E2}" srcOrd="2" destOrd="0" parTransId="{49975C73-6EB6-4DC7-9AD6-4423749E434F}" sibTransId="{664394D0-AAC1-449B-8267-F2D518539FED}"/>
    <dgm:cxn modelId="{9ED937A1-2BD1-4169-9541-29E76C2787B1}" srcId="{D533DC18-D7A9-4343-B81A-18A25FA97342}" destId="{9BD2B84F-8C04-4173-A8E6-376B9AE2542C}" srcOrd="0" destOrd="0" parTransId="{9D488FB2-8EEC-4B9B-9646-4AE1EFBEF344}" sibTransId="{A4533F2A-0F90-45F3-A500-1594B9B87941}"/>
    <dgm:cxn modelId="{87CF5DB1-525F-4667-9ED4-C22EB3E6AF94}" srcId="{038AD4A6-C199-4380-B09D-72AF9E1ED1BE}" destId="{039D2AA3-F4E9-4729-8BFE-24E42F0425E5}" srcOrd="4" destOrd="0" parTransId="{709F6DFD-9D47-4157-BFA3-2740E9C5B34A}" sibTransId="{0009F1B9-E8E9-4362-A72E-13D3F190F416}"/>
    <dgm:cxn modelId="{8CFE77B1-0A01-45A7-833F-52ECDAE5F567}" type="presOf" srcId="{E38D0E71-2519-4B64-82A0-40425909C03D}" destId="{B5288576-32AE-407A-B60B-13FD545FBB04}" srcOrd="0" destOrd="0" presId="urn:microsoft.com/office/officeart/2005/8/layout/hList2"/>
    <dgm:cxn modelId="{A72239B7-40D2-45FB-AFAE-89FB65F0C9FB}" type="presOf" srcId="{FFEE4C19-CE82-47FD-88AC-DBE293ABDD58}" destId="{E7F8C222-A845-4051-BE79-C05F1C2C6BDC}" srcOrd="0" destOrd="4" presId="urn:microsoft.com/office/officeart/2005/8/layout/hList2"/>
    <dgm:cxn modelId="{DBA75DB7-F7AE-434D-9357-2FBCD3C43B1C}" type="presOf" srcId="{1B7972BF-982F-4098-953D-2584B1F3B46C}" destId="{98270FF5-BDAF-4E91-9341-5876EF2B498A}" srcOrd="0" destOrd="1" presId="urn:microsoft.com/office/officeart/2005/8/layout/hList2"/>
    <dgm:cxn modelId="{1A53E8BA-7211-4048-96ED-C968A779E9A9}" type="presOf" srcId="{325A018F-6B08-411B-9DBA-CFFB5DDF6FB2}" destId="{E7F8C222-A845-4051-BE79-C05F1C2C6BDC}" srcOrd="0" destOrd="3" presId="urn:microsoft.com/office/officeart/2005/8/layout/hList2"/>
    <dgm:cxn modelId="{F76027BC-6854-4297-B71C-F42034CA24ED}" srcId="{038AD4A6-C199-4380-B09D-72AF9E1ED1BE}" destId="{08952FD1-513C-488D-89B4-458918C02C46}" srcOrd="2" destOrd="0" parTransId="{8C7D549D-C187-4C4C-AA57-C829BFD89671}" sibTransId="{402968D7-1DD5-427D-B8BC-F96FFF2692F6}"/>
    <dgm:cxn modelId="{D47835BD-0B1B-4949-AC55-84BF33B0297C}" srcId="{E473941F-6590-4F74-B37C-5A2B36FA776E}" destId="{28698AA3-74FC-4EF8-8F1F-D11AFDE856AE}" srcOrd="3" destOrd="0" parTransId="{3B0E0C16-F75B-45DF-A5EA-FF7C78909140}" sibTransId="{378BA28D-653C-4442-B05E-950AAA4312BF}"/>
    <dgm:cxn modelId="{D04938C1-B9DF-40C2-AE09-3CD146ED8C30}" type="presOf" srcId="{E14FA1C3-0A53-47B4-8C1D-78A737E33938}" destId="{6F22385D-7A78-465D-8EC0-1E67F9E9A6D6}" srcOrd="0" destOrd="0" presId="urn:microsoft.com/office/officeart/2005/8/layout/hList2"/>
    <dgm:cxn modelId="{3FE623C3-2C28-4340-B44D-7CF8C1E658C1}" srcId="{E38D0E71-2519-4B64-82A0-40425909C03D}" destId="{E14FA1C3-0A53-47B4-8C1D-78A737E33938}" srcOrd="0" destOrd="0" parTransId="{C2038DCC-5B19-446F-A4AD-9CC37E4993F2}" sibTransId="{CFAE0035-0D47-4001-A729-648F421F29D1}"/>
    <dgm:cxn modelId="{7D3616C7-0B9E-4F0E-BBF1-CFF73A63BE64}" srcId="{69BBBF15-CA4E-40C6-BFAE-29896713709D}" destId="{E38D0E71-2519-4B64-82A0-40425909C03D}" srcOrd="3" destOrd="0" parTransId="{039CE7F3-1059-495C-87DB-0486A1503D77}" sibTransId="{F250A621-EDC4-440E-9AC8-97A1F0FA589B}"/>
    <dgm:cxn modelId="{C5F608CA-DD4C-4743-B5DE-E21856E42F58}" type="presOf" srcId="{B6CFF8E4-DE2B-44C9-A3B5-6DA9063FE2E2}" destId="{E7F8C222-A845-4051-BE79-C05F1C2C6BDC}" srcOrd="0" destOrd="2" presId="urn:microsoft.com/office/officeart/2005/8/layout/hList2"/>
    <dgm:cxn modelId="{254331CB-213B-47EE-9883-962A8FE0E211}" srcId="{D533DC18-D7A9-4343-B81A-18A25FA97342}" destId="{71829B2A-CE5C-440E-9DAC-F7A511FFDFD8}" srcOrd="1" destOrd="0" parTransId="{80C9E161-76CC-41E3-92DA-44215F936C05}" sibTransId="{27D48B10-81FA-423F-9ECC-164C5D55A19E}"/>
    <dgm:cxn modelId="{D3564FDA-E9FE-4B32-90D0-7C19DDFF572D}" srcId="{E38D0E71-2519-4B64-82A0-40425909C03D}" destId="{0D43AF79-FDA1-4274-90D1-26AE4D0452F3}" srcOrd="4" destOrd="0" parTransId="{E0649F24-A2F8-4978-BCD4-66C571106248}" sibTransId="{A4134A06-30A7-4474-BE70-5F55687DCA65}"/>
    <dgm:cxn modelId="{278CFDDE-47CF-4C03-AB2E-8740F2DFF273}" srcId="{E473941F-6590-4F74-B37C-5A2B36FA776E}" destId="{6844418B-817B-4FBF-A138-B3C9D6C5DA5C}" srcOrd="1" destOrd="0" parTransId="{CC6193FC-10BF-4550-85D2-582FA41D8FB4}" sibTransId="{D04CB54C-2C89-4E1B-91B8-DB5119A3FBA4}"/>
    <dgm:cxn modelId="{3F4152DF-BC67-4EA4-A008-2136DE05C1B3}" srcId="{038AD4A6-C199-4380-B09D-72AF9E1ED1BE}" destId="{1B7972BF-982F-4098-953D-2584B1F3B46C}" srcOrd="1" destOrd="0" parTransId="{B363FE45-1691-4E00-A82D-618BB87ABEBA}" sibTransId="{AD5B2D32-F25C-4AE8-8647-2C731F8CE63E}"/>
    <dgm:cxn modelId="{1EB1A0E6-8039-445C-B2EB-1CE9B7A6F168}" type="presOf" srcId="{D533DC18-D7A9-4343-B81A-18A25FA97342}" destId="{448721C1-A3E5-4E2A-9AC3-B075A9133260}" srcOrd="0" destOrd="0" presId="urn:microsoft.com/office/officeart/2005/8/layout/hList2"/>
    <dgm:cxn modelId="{F3B23BE9-4262-42F5-A54D-5CB5F7F62EAD}" srcId="{038AD4A6-C199-4380-B09D-72AF9E1ED1BE}" destId="{4826B224-66CC-49F4-A87A-596B4ECEC0B7}" srcOrd="3" destOrd="0" parTransId="{DBCB1B58-862F-4D7B-AB35-7B012026B694}" sibTransId="{539ABA02-9617-4EB5-97BA-4911165090CD}"/>
    <dgm:cxn modelId="{62080CFB-34F0-4C6C-B314-59D1E4FB375A}" type="presOf" srcId="{02842045-E87C-4F3B-9E29-FE861E6BE180}" destId="{3CB4779D-019A-40DF-AAAB-0988F95A4E18}" srcOrd="0" destOrd="0" presId="urn:microsoft.com/office/officeart/2005/8/layout/hList2"/>
    <dgm:cxn modelId="{DFED1CFD-EB82-46E8-9602-9771919CAC7B}" type="presOf" srcId="{28698AA3-74FC-4EF8-8F1F-D11AFDE856AE}" destId="{3CB4779D-019A-40DF-AAAB-0988F95A4E18}" srcOrd="0" destOrd="3" presId="urn:microsoft.com/office/officeart/2005/8/layout/hList2"/>
    <dgm:cxn modelId="{077178FF-8B0F-40BC-B847-5E9634B5F892}" type="presOf" srcId="{71829B2A-CE5C-440E-9DAC-F7A511FFDFD8}" destId="{E7F8C222-A845-4051-BE79-C05F1C2C6BDC}" srcOrd="0" destOrd="1" presId="urn:microsoft.com/office/officeart/2005/8/layout/hList2"/>
    <dgm:cxn modelId="{CBEAA331-317D-4997-9334-EA58B8D705DB}" type="presParOf" srcId="{7ED0E91C-9AD4-4B6A-8E88-030D07EA5CF0}" destId="{E0AEEC5F-F857-40AD-B501-A689514E8515}" srcOrd="0" destOrd="0" presId="urn:microsoft.com/office/officeart/2005/8/layout/hList2"/>
    <dgm:cxn modelId="{36928A7E-2975-462C-873A-1C3232A24D82}" type="presParOf" srcId="{E0AEEC5F-F857-40AD-B501-A689514E8515}" destId="{39821379-B3CA-4C68-88E3-FC083BEF3C03}" srcOrd="0" destOrd="0" presId="urn:microsoft.com/office/officeart/2005/8/layout/hList2"/>
    <dgm:cxn modelId="{6A35ED02-9CA4-48BC-9D12-A9279DDEA29A}" type="presParOf" srcId="{E0AEEC5F-F857-40AD-B501-A689514E8515}" destId="{E7F8C222-A845-4051-BE79-C05F1C2C6BDC}" srcOrd="1" destOrd="0" presId="urn:microsoft.com/office/officeart/2005/8/layout/hList2"/>
    <dgm:cxn modelId="{B7E87AB5-0110-4CE9-B581-4D4B809716E5}" type="presParOf" srcId="{E0AEEC5F-F857-40AD-B501-A689514E8515}" destId="{448721C1-A3E5-4E2A-9AC3-B075A9133260}" srcOrd="2" destOrd="0" presId="urn:microsoft.com/office/officeart/2005/8/layout/hList2"/>
    <dgm:cxn modelId="{496FBA72-D91A-4D81-8CEC-CB892DDB9D9A}" type="presParOf" srcId="{7ED0E91C-9AD4-4B6A-8E88-030D07EA5CF0}" destId="{E8E09A08-5E79-41F5-BEC7-27A67ABC5592}" srcOrd="1" destOrd="0" presId="urn:microsoft.com/office/officeart/2005/8/layout/hList2"/>
    <dgm:cxn modelId="{F0006C02-60FE-482D-9EF6-4518677D3EBF}" type="presParOf" srcId="{7ED0E91C-9AD4-4B6A-8E88-030D07EA5CF0}" destId="{4FC9688F-CB83-4A9F-8A0B-D000951E05A7}" srcOrd="2" destOrd="0" presId="urn:microsoft.com/office/officeart/2005/8/layout/hList2"/>
    <dgm:cxn modelId="{AD0655A5-B015-4A34-9104-AFB8C918A52C}" type="presParOf" srcId="{4FC9688F-CB83-4A9F-8A0B-D000951E05A7}" destId="{8D48DE92-952B-47A6-A493-7BAC1D1572CF}" srcOrd="0" destOrd="0" presId="urn:microsoft.com/office/officeart/2005/8/layout/hList2"/>
    <dgm:cxn modelId="{AD79F1C9-70CB-4612-8958-EA1F1E6EB1EA}" type="presParOf" srcId="{4FC9688F-CB83-4A9F-8A0B-D000951E05A7}" destId="{3CB4779D-019A-40DF-AAAB-0988F95A4E18}" srcOrd="1" destOrd="0" presId="urn:microsoft.com/office/officeart/2005/8/layout/hList2"/>
    <dgm:cxn modelId="{47007CB2-463A-42EE-80CD-E7A21CD92ABC}" type="presParOf" srcId="{4FC9688F-CB83-4A9F-8A0B-D000951E05A7}" destId="{E60360E2-1C9B-4E8E-AF9B-7BC2B8EA9CB5}" srcOrd="2" destOrd="0" presId="urn:microsoft.com/office/officeart/2005/8/layout/hList2"/>
    <dgm:cxn modelId="{0209E764-F141-4911-B6B0-4ABA07887158}" type="presParOf" srcId="{7ED0E91C-9AD4-4B6A-8E88-030D07EA5CF0}" destId="{64126157-4371-45F2-A03A-9BCB2E025121}" srcOrd="3" destOrd="0" presId="urn:microsoft.com/office/officeart/2005/8/layout/hList2"/>
    <dgm:cxn modelId="{F8E6DCA0-F456-4479-8F76-543BD45349F1}" type="presParOf" srcId="{7ED0E91C-9AD4-4B6A-8E88-030D07EA5CF0}" destId="{27DE2DFF-1E91-460F-AD04-2AAF61ED0BD0}" srcOrd="4" destOrd="0" presId="urn:microsoft.com/office/officeart/2005/8/layout/hList2"/>
    <dgm:cxn modelId="{74629BE3-26B1-4CFB-BC43-FADCB2FD1F2A}" type="presParOf" srcId="{27DE2DFF-1E91-460F-AD04-2AAF61ED0BD0}" destId="{FA4DF211-2975-4909-9E10-5E2613975D40}" srcOrd="0" destOrd="0" presId="urn:microsoft.com/office/officeart/2005/8/layout/hList2"/>
    <dgm:cxn modelId="{51C6E3D7-72EF-44DE-B56C-3FEC7EB9E017}" type="presParOf" srcId="{27DE2DFF-1E91-460F-AD04-2AAF61ED0BD0}" destId="{98270FF5-BDAF-4E91-9341-5876EF2B498A}" srcOrd="1" destOrd="0" presId="urn:microsoft.com/office/officeart/2005/8/layout/hList2"/>
    <dgm:cxn modelId="{FB6E3290-9A2F-48B2-84FB-CF5B626B80BD}" type="presParOf" srcId="{27DE2DFF-1E91-460F-AD04-2AAF61ED0BD0}" destId="{C3C84E39-4430-426E-878A-AD05EC9E1242}" srcOrd="2" destOrd="0" presId="urn:microsoft.com/office/officeart/2005/8/layout/hList2"/>
    <dgm:cxn modelId="{3A78D4A5-963E-4EBD-A90E-AF135D6062DE}" type="presParOf" srcId="{7ED0E91C-9AD4-4B6A-8E88-030D07EA5CF0}" destId="{A30EC3E6-6788-4878-B8B5-844072284014}" srcOrd="5" destOrd="0" presId="urn:microsoft.com/office/officeart/2005/8/layout/hList2"/>
    <dgm:cxn modelId="{6F3130AD-D69E-4691-87EB-53203E39D5AA}" type="presParOf" srcId="{7ED0E91C-9AD4-4B6A-8E88-030D07EA5CF0}" destId="{94163C5B-F873-469B-859C-D648FCEAAEDF}" srcOrd="6" destOrd="0" presId="urn:microsoft.com/office/officeart/2005/8/layout/hList2"/>
    <dgm:cxn modelId="{61D333BA-241B-412F-B8D8-34C6D85DC9AA}" type="presParOf" srcId="{94163C5B-F873-469B-859C-D648FCEAAEDF}" destId="{9E300B94-7913-495D-A7A1-B19C9FAE1C0F}" srcOrd="0" destOrd="0" presId="urn:microsoft.com/office/officeart/2005/8/layout/hList2"/>
    <dgm:cxn modelId="{1F33E36F-EF54-4893-98A9-98180814F9D5}" type="presParOf" srcId="{94163C5B-F873-469B-859C-D648FCEAAEDF}" destId="{6F22385D-7A78-465D-8EC0-1E67F9E9A6D6}" srcOrd="1" destOrd="0" presId="urn:microsoft.com/office/officeart/2005/8/layout/hList2"/>
    <dgm:cxn modelId="{CDA93844-5CC6-4201-8CB4-E9BB7A1F31E5}" type="presParOf" srcId="{94163C5B-F873-469B-859C-D648FCEAAEDF}" destId="{B5288576-32AE-407A-B60B-13FD545FBB04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72EFAD-BBC1-4F46-AD37-7CF22DACD909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E804395-4974-4F3F-99EE-99E620821E96}">
      <dgm:prSet phldrT="[Text]"/>
      <dgm:spPr/>
      <dgm:t>
        <a:bodyPr/>
        <a:lstStyle/>
        <a:p>
          <a:r>
            <a:rPr lang="en-GB" sz="1800" b="1" dirty="0"/>
            <a:t>Extreme Weather Data</a:t>
          </a:r>
        </a:p>
      </dgm:t>
    </dgm:pt>
    <dgm:pt modelId="{50C09DE1-7486-4CD2-9B8B-F6FC07E356A6}" type="parTrans" cxnId="{20CC8D38-7E1F-404F-97E5-937436D08E88}">
      <dgm:prSet/>
      <dgm:spPr/>
      <dgm:t>
        <a:bodyPr/>
        <a:lstStyle/>
        <a:p>
          <a:endParaRPr lang="en-GB"/>
        </a:p>
      </dgm:t>
    </dgm:pt>
    <dgm:pt modelId="{A831FD59-6D88-4B2C-BF8E-71E1C16D56E7}" type="sibTrans" cxnId="{20CC8D38-7E1F-404F-97E5-937436D08E88}">
      <dgm:prSet/>
      <dgm:spPr/>
      <dgm:t>
        <a:bodyPr/>
        <a:lstStyle/>
        <a:p>
          <a:endParaRPr lang="en-GB"/>
        </a:p>
      </dgm:t>
    </dgm:pt>
    <dgm:pt modelId="{6AB69782-BD45-4BBC-9060-F084EDD6E4B2}">
      <dgm:prSet phldrT="[Text]" custT="1"/>
      <dgm:spPr/>
      <dgm:t>
        <a:bodyPr/>
        <a:lstStyle/>
        <a:p>
          <a:pPr>
            <a:buNone/>
          </a:pPr>
          <a:r>
            <a:rPr lang="en-GB" sz="1300" b="1" dirty="0"/>
            <a:t>What: </a:t>
          </a:r>
          <a:r>
            <a:rPr lang="en-GB" sz="1300" b="0" dirty="0"/>
            <a:t>Historical records of storms, heatwaves, cold-snaps, floods etc.</a:t>
          </a:r>
        </a:p>
      </dgm:t>
    </dgm:pt>
    <dgm:pt modelId="{9B209115-C0C3-45B5-A561-23F50B2D5C59}" type="parTrans" cxnId="{2905790A-E056-4862-8CE0-A3137C870C59}">
      <dgm:prSet/>
      <dgm:spPr/>
      <dgm:t>
        <a:bodyPr/>
        <a:lstStyle/>
        <a:p>
          <a:endParaRPr lang="en-GB"/>
        </a:p>
      </dgm:t>
    </dgm:pt>
    <dgm:pt modelId="{3BB6A0BE-63C1-4D42-B4F1-A0D4C6092818}" type="sibTrans" cxnId="{2905790A-E056-4862-8CE0-A3137C870C59}">
      <dgm:prSet/>
      <dgm:spPr/>
      <dgm:t>
        <a:bodyPr/>
        <a:lstStyle/>
        <a:p>
          <a:endParaRPr lang="en-GB"/>
        </a:p>
      </dgm:t>
    </dgm:pt>
    <dgm:pt modelId="{A196E0A8-108B-45F8-84B2-76D7246F8165}">
      <dgm:prSet phldrT="[Text]" custT="1"/>
      <dgm:spPr/>
      <dgm:t>
        <a:bodyPr/>
        <a:lstStyle/>
        <a:p>
          <a:pPr>
            <a:buNone/>
          </a:pPr>
          <a:r>
            <a:rPr lang="en-GB" sz="1300" b="1" dirty="0"/>
            <a:t>Why: </a:t>
          </a:r>
          <a:r>
            <a:rPr lang="en-GB" sz="1300" b="0" dirty="0"/>
            <a:t>Detects patterns of increasing anomalies or regional instability.</a:t>
          </a:r>
          <a:endParaRPr lang="en-GB" sz="1300" dirty="0"/>
        </a:p>
      </dgm:t>
    </dgm:pt>
    <dgm:pt modelId="{539CE7A8-5CE7-4DBC-8008-06284520B7B7}" type="parTrans" cxnId="{014FA61E-238B-48D8-9193-392ABCF1076D}">
      <dgm:prSet/>
      <dgm:spPr/>
      <dgm:t>
        <a:bodyPr/>
        <a:lstStyle/>
        <a:p>
          <a:endParaRPr lang="en-GB"/>
        </a:p>
      </dgm:t>
    </dgm:pt>
    <dgm:pt modelId="{CDB1D0F1-6359-4C25-A994-849F51C40085}" type="sibTrans" cxnId="{014FA61E-238B-48D8-9193-392ABCF1076D}">
      <dgm:prSet/>
      <dgm:spPr/>
      <dgm:t>
        <a:bodyPr/>
        <a:lstStyle/>
        <a:p>
          <a:endParaRPr lang="en-GB"/>
        </a:p>
      </dgm:t>
    </dgm:pt>
    <dgm:pt modelId="{0EEEB147-C8F1-4423-9808-18D47BD633E5}">
      <dgm:prSet phldrT="[Text]"/>
      <dgm:spPr/>
      <dgm:t>
        <a:bodyPr/>
        <a:lstStyle/>
        <a:p>
          <a:r>
            <a:rPr lang="en-GB" sz="1800" b="1" dirty="0"/>
            <a:t>Radar &amp; Satellite Imagery</a:t>
          </a:r>
        </a:p>
      </dgm:t>
    </dgm:pt>
    <dgm:pt modelId="{FAC8A65B-2370-4D45-830E-BF6E3EA9F46D}" type="parTrans" cxnId="{16F12DA0-9373-4969-AB47-194868C35E97}">
      <dgm:prSet/>
      <dgm:spPr/>
      <dgm:t>
        <a:bodyPr/>
        <a:lstStyle/>
        <a:p>
          <a:endParaRPr lang="en-GB"/>
        </a:p>
      </dgm:t>
    </dgm:pt>
    <dgm:pt modelId="{28E22E8E-0B1D-4A54-A4EC-A6ECB58F7C26}" type="sibTrans" cxnId="{16F12DA0-9373-4969-AB47-194868C35E97}">
      <dgm:prSet/>
      <dgm:spPr/>
      <dgm:t>
        <a:bodyPr/>
        <a:lstStyle/>
        <a:p>
          <a:endParaRPr lang="en-GB"/>
        </a:p>
      </dgm:t>
    </dgm:pt>
    <dgm:pt modelId="{42409C8A-01F9-429F-8F1D-2733726843E2}">
      <dgm:prSet phldrT="[Text]" custT="1"/>
      <dgm:spPr/>
      <dgm:t>
        <a:bodyPr/>
        <a:lstStyle/>
        <a:p>
          <a:pPr>
            <a:buNone/>
          </a:pPr>
          <a:r>
            <a:rPr lang="en-GB" sz="1300" b="1" dirty="0"/>
            <a:t>What: </a:t>
          </a:r>
          <a:r>
            <a:rPr lang="en-GB" sz="1300" b="0" dirty="0"/>
            <a:t>Thermal maps, flood zones, urban heat signatures.</a:t>
          </a:r>
          <a:endParaRPr lang="en-GB" sz="1300" dirty="0"/>
        </a:p>
      </dgm:t>
    </dgm:pt>
    <dgm:pt modelId="{A863B982-044C-4EDA-AD1D-E9D38ADED458}" type="parTrans" cxnId="{EE5A8280-B92F-4ADA-AC5A-F39E2A0089E9}">
      <dgm:prSet/>
      <dgm:spPr/>
      <dgm:t>
        <a:bodyPr/>
        <a:lstStyle/>
        <a:p>
          <a:endParaRPr lang="en-GB"/>
        </a:p>
      </dgm:t>
    </dgm:pt>
    <dgm:pt modelId="{039E6841-7ECF-45E5-8DD6-0D5100EE91A5}" type="sibTrans" cxnId="{EE5A8280-B92F-4ADA-AC5A-F39E2A0089E9}">
      <dgm:prSet/>
      <dgm:spPr/>
      <dgm:t>
        <a:bodyPr/>
        <a:lstStyle/>
        <a:p>
          <a:endParaRPr lang="en-GB"/>
        </a:p>
      </dgm:t>
    </dgm:pt>
    <dgm:pt modelId="{13C2EFC8-DE2C-47D7-BFF2-EDDCFC751925}">
      <dgm:prSet phldrT="[Text]"/>
      <dgm:spPr/>
      <dgm:t>
        <a:bodyPr/>
        <a:lstStyle/>
        <a:p>
          <a:r>
            <a:rPr lang="en-GB" sz="1800" b="1" dirty="0"/>
            <a:t>Healthcare &amp; Impact Data</a:t>
          </a:r>
        </a:p>
      </dgm:t>
    </dgm:pt>
    <dgm:pt modelId="{586774B9-A361-443C-A020-2B798B39069D}" type="parTrans" cxnId="{411566B4-BF35-4E11-A6CA-75D5DD4B9409}">
      <dgm:prSet/>
      <dgm:spPr/>
      <dgm:t>
        <a:bodyPr/>
        <a:lstStyle/>
        <a:p>
          <a:endParaRPr lang="en-GB"/>
        </a:p>
      </dgm:t>
    </dgm:pt>
    <dgm:pt modelId="{2A8D56E3-8F9F-49F7-9B43-047B536D2465}" type="sibTrans" cxnId="{411566B4-BF35-4E11-A6CA-75D5DD4B9409}">
      <dgm:prSet/>
      <dgm:spPr/>
      <dgm:t>
        <a:bodyPr/>
        <a:lstStyle/>
        <a:p>
          <a:endParaRPr lang="en-GB"/>
        </a:p>
      </dgm:t>
    </dgm:pt>
    <dgm:pt modelId="{F08C8DD2-AA92-4EED-9146-32BF9DA030F9}">
      <dgm:prSet phldrT="[Text]" custT="1"/>
      <dgm:spPr/>
      <dgm:t>
        <a:bodyPr/>
        <a:lstStyle/>
        <a:p>
          <a:pPr>
            <a:buNone/>
          </a:pPr>
          <a:r>
            <a:rPr lang="en-GB" sz="1300" b="1" dirty="0"/>
            <a:t>What</a:t>
          </a:r>
          <a:r>
            <a:rPr lang="en-GB" sz="1300" b="0" dirty="0"/>
            <a:t>: Weather-related injuries, deaths, or illness concerns.</a:t>
          </a:r>
        </a:p>
      </dgm:t>
    </dgm:pt>
    <dgm:pt modelId="{C8ACEE99-10EA-4318-A920-F0D153E07B88}" type="parTrans" cxnId="{A31B4220-D39A-4013-A7EC-6CD919A531B7}">
      <dgm:prSet/>
      <dgm:spPr/>
      <dgm:t>
        <a:bodyPr/>
        <a:lstStyle/>
        <a:p>
          <a:endParaRPr lang="en-GB"/>
        </a:p>
      </dgm:t>
    </dgm:pt>
    <dgm:pt modelId="{B0E51D87-6307-49A5-A7CD-76C3F5A56E0D}" type="sibTrans" cxnId="{A31B4220-D39A-4013-A7EC-6CD919A531B7}">
      <dgm:prSet/>
      <dgm:spPr/>
      <dgm:t>
        <a:bodyPr/>
        <a:lstStyle/>
        <a:p>
          <a:endParaRPr lang="en-GB"/>
        </a:p>
      </dgm:t>
    </dgm:pt>
    <dgm:pt modelId="{8590307C-7D2C-4273-BE30-5D9BB2AA9223}">
      <dgm:prSet phldrT="[Text]" custT="1"/>
      <dgm:spPr/>
      <dgm:t>
        <a:bodyPr/>
        <a:lstStyle/>
        <a:p>
          <a:r>
            <a:rPr lang="en-GB" sz="1500" b="1" dirty="0"/>
            <a:t>Geospatial &amp; Infrastructure Maps</a:t>
          </a:r>
        </a:p>
        <a:p>
          <a:r>
            <a:rPr lang="en-GB" sz="1300" b="1" dirty="0"/>
            <a:t>What: </a:t>
          </a:r>
          <a:r>
            <a:rPr lang="en-GB" sz="1300" b="0" dirty="0"/>
            <a:t>Elevation, sea-level rise models, migration zones, city layouts</a:t>
          </a:r>
          <a:endParaRPr lang="en-GB" sz="1300" dirty="0"/>
        </a:p>
        <a:p>
          <a:pPr>
            <a:buNone/>
          </a:pPr>
          <a:r>
            <a:rPr lang="en-GB" sz="1300" b="1" dirty="0"/>
            <a:t>Why: </a:t>
          </a:r>
          <a:r>
            <a:rPr lang="en-GB" sz="1300" b="0" dirty="0"/>
            <a:t>Identifies safe vs vulnerable zones for future population planning</a:t>
          </a:r>
          <a:endParaRPr lang="en-GB" sz="1300" dirty="0"/>
        </a:p>
      </dgm:t>
    </dgm:pt>
    <dgm:pt modelId="{29AD8796-8169-4E59-8210-0C3C7667654A}" type="parTrans" cxnId="{852F3BE7-0A51-4E90-869A-8E8C8BFC2014}">
      <dgm:prSet/>
      <dgm:spPr/>
      <dgm:t>
        <a:bodyPr/>
        <a:lstStyle/>
        <a:p>
          <a:endParaRPr lang="en-GB"/>
        </a:p>
      </dgm:t>
    </dgm:pt>
    <dgm:pt modelId="{10BE8BD2-D81D-42B0-B09B-84CAD027F413}" type="sibTrans" cxnId="{852F3BE7-0A51-4E90-869A-8E8C8BFC2014}">
      <dgm:prSet/>
      <dgm:spPr/>
      <dgm:t>
        <a:bodyPr/>
        <a:lstStyle/>
        <a:p>
          <a:endParaRPr lang="en-GB"/>
        </a:p>
      </dgm:t>
    </dgm:pt>
    <dgm:pt modelId="{105FCB7A-5CB0-41D9-A752-B5010BB04E54}">
      <dgm:prSet phldrT="[Text]" custT="1"/>
      <dgm:spPr/>
      <dgm:t>
        <a:bodyPr/>
        <a:lstStyle/>
        <a:p>
          <a:pPr>
            <a:buNone/>
          </a:pPr>
          <a:r>
            <a:rPr lang="en-GB" sz="1300" b="1" dirty="0"/>
            <a:t>Why: </a:t>
          </a:r>
          <a:r>
            <a:rPr lang="en-GB" sz="1300" b="0" dirty="0"/>
            <a:t>Helps visualise regional risk and enhances model accuracy.</a:t>
          </a:r>
          <a:endParaRPr lang="en-GB" sz="1300" dirty="0"/>
        </a:p>
      </dgm:t>
    </dgm:pt>
    <dgm:pt modelId="{122256C5-AAD2-4BCA-B43C-82E5A992ECD9}" type="parTrans" cxnId="{9A20B7BF-D221-4D43-BC0F-98552DCAEA21}">
      <dgm:prSet/>
      <dgm:spPr/>
      <dgm:t>
        <a:bodyPr/>
        <a:lstStyle/>
        <a:p>
          <a:endParaRPr lang="en-GB"/>
        </a:p>
      </dgm:t>
    </dgm:pt>
    <dgm:pt modelId="{F6104B38-E696-47CF-B9C2-52956F58551A}" type="sibTrans" cxnId="{9A20B7BF-D221-4D43-BC0F-98552DCAEA21}">
      <dgm:prSet/>
      <dgm:spPr/>
      <dgm:t>
        <a:bodyPr/>
        <a:lstStyle/>
        <a:p>
          <a:endParaRPr lang="en-GB"/>
        </a:p>
      </dgm:t>
    </dgm:pt>
    <dgm:pt modelId="{0F190C6E-CFFB-4842-851C-4DD74D57FC52}">
      <dgm:prSet phldrT="[Text]" custT="1"/>
      <dgm:spPr/>
      <dgm:t>
        <a:bodyPr/>
        <a:lstStyle/>
        <a:p>
          <a:pPr>
            <a:buNone/>
          </a:pPr>
          <a:r>
            <a:rPr lang="en-GB" sz="1300" b="1" dirty="0"/>
            <a:t>Why: </a:t>
          </a:r>
          <a:r>
            <a:rPr lang="en-GB" sz="1300" b="0" dirty="0"/>
            <a:t>Links climate events to real human costs, for risk models.</a:t>
          </a:r>
          <a:endParaRPr lang="en-GB" sz="1300" dirty="0"/>
        </a:p>
      </dgm:t>
    </dgm:pt>
    <dgm:pt modelId="{0522303A-FA1F-4235-A5DD-6A6676CFC90E}" type="parTrans" cxnId="{6B1C23EB-6263-48DF-AB94-D5EF4F3802B0}">
      <dgm:prSet/>
      <dgm:spPr/>
      <dgm:t>
        <a:bodyPr/>
        <a:lstStyle/>
        <a:p>
          <a:endParaRPr lang="en-GB"/>
        </a:p>
      </dgm:t>
    </dgm:pt>
    <dgm:pt modelId="{69F5B539-5AC5-4BA2-98C4-FB916774A6E8}" type="sibTrans" cxnId="{6B1C23EB-6263-48DF-AB94-D5EF4F3802B0}">
      <dgm:prSet/>
      <dgm:spPr/>
      <dgm:t>
        <a:bodyPr/>
        <a:lstStyle/>
        <a:p>
          <a:endParaRPr lang="en-GB"/>
        </a:p>
      </dgm:t>
    </dgm:pt>
    <dgm:pt modelId="{F5D4931A-5E4D-4C4B-9025-A0B028996074}" type="pres">
      <dgm:prSet presAssocID="{D972EFAD-BBC1-4F46-AD37-7CF22DACD909}" presName="linear" presStyleCnt="0">
        <dgm:presLayoutVars>
          <dgm:dir/>
          <dgm:resizeHandles val="exact"/>
        </dgm:presLayoutVars>
      </dgm:prSet>
      <dgm:spPr/>
    </dgm:pt>
    <dgm:pt modelId="{3B9D33A7-6190-452A-9591-EAC2D10463D1}" type="pres">
      <dgm:prSet presAssocID="{6E804395-4974-4F3F-99EE-99E620821E96}" presName="comp" presStyleCnt="0"/>
      <dgm:spPr/>
    </dgm:pt>
    <dgm:pt modelId="{71B40F3C-0EA0-4FF5-AA5B-02636A1B7846}" type="pres">
      <dgm:prSet presAssocID="{6E804395-4974-4F3F-99EE-99E620821E96}" presName="box" presStyleLbl="node1" presStyleIdx="0" presStyleCnt="4"/>
      <dgm:spPr/>
    </dgm:pt>
    <dgm:pt modelId="{1059DFFE-16BA-434A-931A-802A4A32CA2A}" type="pres">
      <dgm:prSet presAssocID="{6E804395-4974-4F3F-99EE-99E620821E96}" presName="img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</dgm:spPr>
    </dgm:pt>
    <dgm:pt modelId="{194B59A1-B13E-4FC7-A6AA-492EE3B1EDC2}" type="pres">
      <dgm:prSet presAssocID="{6E804395-4974-4F3F-99EE-99E620821E96}" presName="text" presStyleLbl="node1" presStyleIdx="0" presStyleCnt="4">
        <dgm:presLayoutVars>
          <dgm:bulletEnabled val="1"/>
        </dgm:presLayoutVars>
      </dgm:prSet>
      <dgm:spPr/>
    </dgm:pt>
    <dgm:pt modelId="{EFE71D6C-C311-4490-8E1C-6C2D030E7EA3}" type="pres">
      <dgm:prSet presAssocID="{A831FD59-6D88-4B2C-BF8E-71E1C16D56E7}" presName="spacer" presStyleCnt="0"/>
      <dgm:spPr/>
    </dgm:pt>
    <dgm:pt modelId="{B11B4116-9951-4E36-8065-8CC3DA8A3B8D}" type="pres">
      <dgm:prSet presAssocID="{0EEEB147-C8F1-4423-9808-18D47BD633E5}" presName="comp" presStyleCnt="0"/>
      <dgm:spPr/>
    </dgm:pt>
    <dgm:pt modelId="{739F4DF9-9769-4681-8A3A-BCDAE0DB9969}" type="pres">
      <dgm:prSet presAssocID="{0EEEB147-C8F1-4423-9808-18D47BD633E5}" presName="box" presStyleLbl="node1" presStyleIdx="1" presStyleCnt="4"/>
      <dgm:spPr/>
    </dgm:pt>
    <dgm:pt modelId="{098F336A-1D7F-4B9E-8643-04608E0A69DF}" type="pres">
      <dgm:prSet presAssocID="{0EEEB147-C8F1-4423-9808-18D47BD633E5}" presName="img" presStyleLbl="fgImgPlace1" presStyleIdx="1" presStyleCnt="4"/>
      <dgm:spPr>
        <a:blipFill>
          <a:blip xmlns:r="http://schemas.openxmlformats.org/officeDocument/2006/relationships"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24000" b="-24000"/>
          </a:stretch>
        </a:blipFill>
      </dgm:spPr>
    </dgm:pt>
    <dgm:pt modelId="{ABBFEB4F-2646-4CA1-852D-2B8E37A5D419}" type="pres">
      <dgm:prSet presAssocID="{0EEEB147-C8F1-4423-9808-18D47BD633E5}" presName="text" presStyleLbl="node1" presStyleIdx="1" presStyleCnt="4">
        <dgm:presLayoutVars>
          <dgm:bulletEnabled val="1"/>
        </dgm:presLayoutVars>
      </dgm:prSet>
      <dgm:spPr/>
    </dgm:pt>
    <dgm:pt modelId="{E9E21D70-6F4B-4AC4-9845-3366C074F8EF}" type="pres">
      <dgm:prSet presAssocID="{28E22E8E-0B1D-4A54-A4EC-A6ECB58F7C26}" presName="spacer" presStyleCnt="0"/>
      <dgm:spPr/>
    </dgm:pt>
    <dgm:pt modelId="{95C6BC48-FCA6-4BA7-8BD9-3B458F860E18}" type="pres">
      <dgm:prSet presAssocID="{13C2EFC8-DE2C-47D7-BFF2-EDDCFC751925}" presName="comp" presStyleCnt="0"/>
      <dgm:spPr/>
    </dgm:pt>
    <dgm:pt modelId="{605B00DF-D724-4761-8996-227CC2D172B4}" type="pres">
      <dgm:prSet presAssocID="{13C2EFC8-DE2C-47D7-BFF2-EDDCFC751925}" presName="box" presStyleLbl="node1" presStyleIdx="2" presStyleCnt="4"/>
      <dgm:spPr/>
    </dgm:pt>
    <dgm:pt modelId="{E0DF465B-10E7-42D0-A31D-12A9DC710355}" type="pres">
      <dgm:prSet presAssocID="{13C2EFC8-DE2C-47D7-BFF2-EDDCFC751925}" presName="img" presStyleLbl="fgImgPlace1" presStyleIdx="2" presStyleCnt="4"/>
      <dgm:spPr>
        <a:blipFill>
          <a:blip xmlns:r="http://schemas.openxmlformats.org/officeDocument/2006/relationships" r:embed="rId4"/>
          <a:srcRect/>
          <a:stretch>
            <a:fillRect t="-5000" b="-5000"/>
          </a:stretch>
        </a:blipFill>
      </dgm:spPr>
    </dgm:pt>
    <dgm:pt modelId="{917B6D3E-43FE-4E4F-BB95-B0A6D5494FFE}" type="pres">
      <dgm:prSet presAssocID="{13C2EFC8-DE2C-47D7-BFF2-EDDCFC751925}" presName="text" presStyleLbl="node1" presStyleIdx="2" presStyleCnt="4">
        <dgm:presLayoutVars>
          <dgm:bulletEnabled val="1"/>
        </dgm:presLayoutVars>
      </dgm:prSet>
      <dgm:spPr/>
    </dgm:pt>
    <dgm:pt modelId="{F35B5BD7-3372-4DCE-ADEE-E34D58C7F178}" type="pres">
      <dgm:prSet presAssocID="{2A8D56E3-8F9F-49F7-9B43-047B536D2465}" presName="spacer" presStyleCnt="0"/>
      <dgm:spPr/>
    </dgm:pt>
    <dgm:pt modelId="{6333DD5E-3E8F-4CCF-9702-13D0052113D7}" type="pres">
      <dgm:prSet presAssocID="{8590307C-7D2C-4273-BE30-5D9BB2AA9223}" presName="comp" presStyleCnt="0"/>
      <dgm:spPr/>
    </dgm:pt>
    <dgm:pt modelId="{606ED3EC-1BAB-416C-9A23-1C7A29CFE9DF}" type="pres">
      <dgm:prSet presAssocID="{8590307C-7D2C-4273-BE30-5D9BB2AA9223}" presName="box" presStyleLbl="node1" presStyleIdx="3" presStyleCnt="4"/>
      <dgm:spPr/>
    </dgm:pt>
    <dgm:pt modelId="{5B114D7F-EADE-4926-8E7A-0BC96234AA1A}" type="pres">
      <dgm:prSet presAssocID="{8590307C-7D2C-4273-BE30-5D9BB2AA9223}" presName="img" presStyleLbl="fgImgPlace1" presStyleIdx="3" presStyleCnt="4"/>
      <dgm:spPr>
        <a:blipFill>
          <a:blip xmlns:r="http://schemas.openxmlformats.org/officeDocument/2006/relationships" r:embed="rId5"/>
          <a:srcRect/>
          <a:stretch>
            <a:fillRect t="-10000" b="-10000"/>
          </a:stretch>
        </a:blipFill>
      </dgm:spPr>
    </dgm:pt>
    <dgm:pt modelId="{253057C7-F11B-4CCD-9BE4-AECF4F6474EF}" type="pres">
      <dgm:prSet presAssocID="{8590307C-7D2C-4273-BE30-5D9BB2AA9223}" presName="text" presStyleLbl="node1" presStyleIdx="3" presStyleCnt="4">
        <dgm:presLayoutVars>
          <dgm:bulletEnabled val="1"/>
        </dgm:presLayoutVars>
      </dgm:prSet>
      <dgm:spPr/>
    </dgm:pt>
  </dgm:ptLst>
  <dgm:cxnLst>
    <dgm:cxn modelId="{B3F15303-1FD6-4154-9682-AE8A4F364878}" type="presOf" srcId="{8590307C-7D2C-4273-BE30-5D9BB2AA9223}" destId="{606ED3EC-1BAB-416C-9A23-1C7A29CFE9DF}" srcOrd="0" destOrd="0" presId="urn:microsoft.com/office/officeart/2005/8/layout/vList4"/>
    <dgm:cxn modelId="{2905790A-E056-4862-8CE0-A3137C870C59}" srcId="{6E804395-4974-4F3F-99EE-99E620821E96}" destId="{6AB69782-BD45-4BBC-9060-F084EDD6E4B2}" srcOrd="0" destOrd="0" parTransId="{9B209115-C0C3-45B5-A561-23F50B2D5C59}" sibTransId="{3BB6A0BE-63C1-4D42-B4F1-A0D4C6092818}"/>
    <dgm:cxn modelId="{5DB2A50C-D26C-4308-8BF0-EA1992C60DE1}" type="presOf" srcId="{0F190C6E-CFFB-4842-851C-4DD74D57FC52}" destId="{917B6D3E-43FE-4E4F-BB95-B0A6D5494FFE}" srcOrd="1" destOrd="2" presId="urn:microsoft.com/office/officeart/2005/8/layout/vList4"/>
    <dgm:cxn modelId="{952F720D-EC82-4E38-8C7F-E91F29389592}" type="presOf" srcId="{0F190C6E-CFFB-4842-851C-4DD74D57FC52}" destId="{605B00DF-D724-4761-8996-227CC2D172B4}" srcOrd="0" destOrd="2" presId="urn:microsoft.com/office/officeart/2005/8/layout/vList4"/>
    <dgm:cxn modelId="{CC66C90D-696C-4A74-A70A-B73C0F629AB9}" type="presOf" srcId="{0EEEB147-C8F1-4423-9808-18D47BD633E5}" destId="{739F4DF9-9769-4681-8A3A-BCDAE0DB9969}" srcOrd="0" destOrd="0" presId="urn:microsoft.com/office/officeart/2005/8/layout/vList4"/>
    <dgm:cxn modelId="{0EC17811-9AFC-47EF-B81B-B0D2D997C798}" type="presOf" srcId="{42409C8A-01F9-429F-8F1D-2733726843E2}" destId="{ABBFEB4F-2646-4CA1-852D-2B8E37A5D419}" srcOrd="1" destOrd="1" presId="urn:microsoft.com/office/officeart/2005/8/layout/vList4"/>
    <dgm:cxn modelId="{6A55FC19-4F74-40E5-AB71-A8887DD2DD16}" type="presOf" srcId="{105FCB7A-5CB0-41D9-A752-B5010BB04E54}" destId="{739F4DF9-9769-4681-8A3A-BCDAE0DB9969}" srcOrd="0" destOrd="2" presId="urn:microsoft.com/office/officeart/2005/8/layout/vList4"/>
    <dgm:cxn modelId="{014FA61E-238B-48D8-9193-392ABCF1076D}" srcId="{6E804395-4974-4F3F-99EE-99E620821E96}" destId="{A196E0A8-108B-45F8-84B2-76D7246F8165}" srcOrd="1" destOrd="0" parTransId="{539CE7A8-5CE7-4DBC-8008-06284520B7B7}" sibTransId="{CDB1D0F1-6359-4C25-A994-849F51C40085}"/>
    <dgm:cxn modelId="{A31B4220-D39A-4013-A7EC-6CD919A531B7}" srcId="{13C2EFC8-DE2C-47D7-BFF2-EDDCFC751925}" destId="{F08C8DD2-AA92-4EED-9146-32BF9DA030F9}" srcOrd="0" destOrd="0" parTransId="{C8ACEE99-10EA-4318-A920-F0D153E07B88}" sibTransId="{B0E51D87-6307-49A5-A7CD-76C3F5A56E0D}"/>
    <dgm:cxn modelId="{20CC8D38-7E1F-404F-97E5-937436D08E88}" srcId="{D972EFAD-BBC1-4F46-AD37-7CF22DACD909}" destId="{6E804395-4974-4F3F-99EE-99E620821E96}" srcOrd="0" destOrd="0" parTransId="{50C09DE1-7486-4CD2-9B8B-F6FC07E356A6}" sibTransId="{A831FD59-6D88-4B2C-BF8E-71E1C16D56E7}"/>
    <dgm:cxn modelId="{C86E473C-BF90-4295-A1F5-5C4397B0AB89}" type="presOf" srcId="{D972EFAD-BBC1-4F46-AD37-7CF22DACD909}" destId="{F5D4931A-5E4D-4C4B-9025-A0B028996074}" srcOrd="0" destOrd="0" presId="urn:microsoft.com/office/officeart/2005/8/layout/vList4"/>
    <dgm:cxn modelId="{6CE28C47-2392-46DF-B2BB-D960CB5BF716}" type="presOf" srcId="{F08C8DD2-AA92-4EED-9146-32BF9DA030F9}" destId="{917B6D3E-43FE-4E4F-BB95-B0A6D5494FFE}" srcOrd="1" destOrd="1" presId="urn:microsoft.com/office/officeart/2005/8/layout/vList4"/>
    <dgm:cxn modelId="{7531064C-845F-481D-9236-B16CAE2C31F1}" type="presOf" srcId="{8590307C-7D2C-4273-BE30-5D9BB2AA9223}" destId="{253057C7-F11B-4CCD-9BE4-AECF4F6474EF}" srcOrd="1" destOrd="0" presId="urn:microsoft.com/office/officeart/2005/8/layout/vList4"/>
    <dgm:cxn modelId="{A611446F-BA61-4E0B-84C2-E22493339A98}" type="presOf" srcId="{F08C8DD2-AA92-4EED-9146-32BF9DA030F9}" destId="{605B00DF-D724-4761-8996-227CC2D172B4}" srcOrd="0" destOrd="1" presId="urn:microsoft.com/office/officeart/2005/8/layout/vList4"/>
    <dgm:cxn modelId="{1736A54F-58B5-4DCA-88F3-48E43AA04EB4}" type="presOf" srcId="{6E804395-4974-4F3F-99EE-99E620821E96}" destId="{71B40F3C-0EA0-4FF5-AA5B-02636A1B7846}" srcOrd="0" destOrd="0" presId="urn:microsoft.com/office/officeart/2005/8/layout/vList4"/>
    <dgm:cxn modelId="{CB5DB150-8E70-47C7-8C10-D7B17DA34DA2}" type="presOf" srcId="{13C2EFC8-DE2C-47D7-BFF2-EDDCFC751925}" destId="{917B6D3E-43FE-4E4F-BB95-B0A6D5494FFE}" srcOrd="1" destOrd="0" presId="urn:microsoft.com/office/officeart/2005/8/layout/vList4"/>
    <dgm:cxn modelId="{9EFB3953-9D1D-4AFE-A185-5A02989C1EC1}" type="presOf" srcId="{0EEEB147-C8F1-4423-9808-18D47BD633E5}" destId="{ABBFEB4F-2646-4CA1-852D-2B8E37A5D419}" srcOrd="1" destOrd="0" presId="urn:microsoft.com/office/officeart/2005/8/layout/vList4"/>
    <dgm:cxn modelId="{EE5A8280-B92F-4ADA-AC5A-F39E2A0089E9}" srcId="{0EEEB147-C8F1-4423-9808-18D47BD633E5}" destId="{42409C8A-01F9-429F-8F1D-2733726843E2}" srcOrd="0" destOrd="0" parTransId="{A863B982-044C-4EDA-AD1D-E9D38ADED458}" sibTransId="{039E6841-7ECF-45E5-8DD6-0D5100EE91A5}"/>
    <dgm:cxn modelId="{8F915287-3647-470A-B4A0-B082F556FCC3}" type="presOf" srcId="{105FCB7A-5CB0-41D9-A752-B5010BB04E54}" destId="{ABBFEB4F-2646-4CA1-852D-2B8E37A5D419}" srcOrd="1" destOrd="2" presId="urn:microsoft.com/office/officeart/2005/8/layout/vList4"/>
    <dgm:cxn modelId="{D89BAE87-BDA6-497B-95FC-DDFFFBBE64B9}" type="presOf" srcId="{A196E0A8-108B-45F8-84B2-76D7246F8165}" destId="{71B40F3C-0EA0-4FF5-AA5B-02636A1B7846}" srcOrd="0" destOrd="2" presId="urn:microsoft.com/office/officeart/2005/8/layout/vList4"/>
    <dgm:cxn modelId="{8E477391-32FE-49BD-8D6A-F0FA36B09B45}" type="presOf" srcId="{6E804395-4974-4F3F-99EE-99E620821E96}" destId="{194B59A1-B13E-4FC7-A6AA-492EE3B1EDC2}" srcOrd="1" destOrd="0" presId="urn:microsoft.com/office/officeart/2005/8/layout/vList4"/>
    <dgm:cxn modelId="{7BA5B29D-EAB6-4724-B7BE-176AD486F59E}" type="presOf" srcId="{6AB69782-BD45-4BBC-9060-F084EDD6E4B2}" destId="{194B59A1-B13E-4FC7-A6AA-492EE3B1EDC2}" srcOrd="1" destOrd="1" presId="urn:microsoft.com/office/officeart/2005/8/layout/vList4"/>
    <dgm:cxn modelId="{16F12DA0-9373-4969-AB47-194868C35E97}" srcId="{D972EFAD-BBC1-4F46-AD37-7CF22DACD909}" destId="{0EEEB147-C8F1-4423-9808-18D47BD633E5}" srcOrd="1" destOrd="0" parTransId="{FAC8A65B-2370-4D45-830E-BF6E3EA9F46D}" sibTransId="{28E22E8E-0B1D-4A54-A4EC-A6ECB58F7C26}"/>
    <dgm:cxn modelId="{4E8F2EA1-6F90-405E-BEE3-3E5D539138AE}" type="presOf" srcId="{42409C8A-01F9-429F-8F1D-2733726843E2}" destId="{739F4DF9-9769-4681-8A3A-BCDAE0DB9969}" srcOrd="0" destOrd="1" presId="urn:microsoft.com/office/officeart/2005/8/layout/vList4"/>
    <dgm:cxn modelId="{411566B4-BF35-4E11-A6CA-75D5DD4B9409}" srcId="{D972EFAD-BBC1-4F46-AD37-7CF22DACD909}" destId="{13C2EFC8-DE2C-47D7-BFF2-EDDCFC751925}" srcOrd="2" destOrd="0" parTransId="{586774B9-A361-443C-A020-2B798B39069D}" sibTransId="{2A8D56E3-8F9F-49F7-9B43-047B536D2465}"/>
    <dgm:cxn modelId="{9A20B7BF-D221-4D43-BC0F-98552DCAEA21}" srcId="{0EEEB147-C8F1-4423-9808-18D47BD633E5}" destId="{105FCB7A-5CB0-41D9-A752-B5010BB04E54}" srcOrd="1" destOrd="0" parTransId="{122256C5-AAD2-4BCA-B43C-82E5A992ECD9}" sibTransId="{F6104B38-E696-47CF-B9C2-52956F58551A}"/>
    <dgm:cxn modelId="{55DB44D3-637B-4E16-AD48-E761F1F9A6BC}" type="presOf" srcId="{A196E0A8-108B-45F8-84B2-76D7246F8165}" destId="{194B59A1-B13E-4FC7-A6AA-492EE3B1EDC2}" srcOrd="1" destOrd="2" presId="urn:microsoft.com/office/officeart/2005/8/layout/vList4"/>
    <dgm:cxn modelId="{852F3BE7-0A51-4E90-869A-8E8C8BFC2014}" srcId="{D972EFAD-BBC1-4F46-AD37-7CF22DACD909}" destId="{8590307C-7D2C-4273-BE30-5D9BB2AA9223}" srcOrd="3" destOrd="0" parTransId="{29AD8796-8169-4E59-8210-0C3C7667654A}" sibTransId="{10BE8BD2-D81D-42B0-B09B-84CAD027F413}"/>
    <dgm:cxn modelId="{6B1C23EB-6263-48DF-AB94-D5EF4F3802B0}" srcId="{13C2EFC8-DE2C-47D7-BFF2-EDDCFC751925}" destId="{0F190C6E-CFFB-4842-851C-4DD74D57FC52}" srcOrd="1" destOrd="0" parTransId="{0522303A-FA1F-4235-A5DD-6A6676CFC90E}" sibTransId="{69F5B539-5AC5-4BA2-98C4-FB916774A6E8}"/>
    <dgm:cxn modelId="{DBC4D8EF-89F0-455F-B607-B3C4956D9F03}" type="presOf" srcId="{13C2EFC8-DE2C-47D7-BFF2-EDDCFC751925}" destId="{605B00DF-D724-4761-8996-227CC2D172B4}" srcOrd="0" destOrd="0" presId="urn:microsoft.com/office/officeart/2005/8/layout/vList4"/>
    <dgm:cxn modelId="{CB3B7DFD-6346-47B1-A81B-128CE8A1D422}" type="presOf" srcId="{6AB69782-BD45-4BBC-9060-F084EDD6E4B2}" destId="{71B40F3C-0EA0-4FF5-AA5B-02636A1B7846}" srcOrd="0" destOrd="1" presId="urn:microsoft.com/office/officeart/2005/8/layout/vList4"/>
    <dgm:cxn modelId="{F62C00A9-D1CA-46F7-9067-3017CE2398D3}" type="presParOf" srcId="{F5D4931A-5E4D-4C4B-9025-A0B028996074}" destId="{3B9D33A7-6190-452A-9591-EAC2D10463D1}" srcOrd="0" destOrd="0" presId="urn:microsoft.com/office/officeart/2005/8/layout/vList4"/>
    <dgm:cxn modelId="{C4A23851-896D-409C-AD07-5F6916D787FA}" type="presParOf" srcId="{3B9D33A7-6190-452A-9591-EAC2D10463D1}" destId="{71B40F3C-0EA0-4FF5-AA5B-02636A1B7846}" srcOrd="0" destOrd="0" presId="urn:microsoft.com/office/officeart/2005/8/layout/vList4"/>
    <dgm:cxn modelId="{45D29259-5E36-4278-8A1D-118B99C2FBA7}" type="presParOf" srcId="{3B9D33A7-6190-452A-9591-EAC2D10463D1}" destId="{1059DFFE-16BA-434A-931A-802A4A32CA2A}" srcOrd="1" destOrd="0" presId="urn:microsoft.com/office/officeart/2005/8/layout/vList4"/>
    <dgm:cxn modelId="{13CC41BC-1EE8-4AD6-9A89-01FD31CB3530}" type="presParOf" srcId="{3B9D33A7-6190-452A-9591-EAC2D10463D1}" destId="{194B59A1-B13E-4FC7-A6AA-492EE3B1EDC2}" srcOrd="2" destOrd="0" presId="urn:microsoft.com/office/officeart/2005/8/layout/vList4"/>
    <dgm:cxn modelId="{FA84D253-288E-442F-8660-B10A04A67DCB}" type="presParOf" srcId="{F5D4931A-5E4D-4C4B-9025-A0B028996074}" destId="{EFE71D6C-C311-4490-8E1C-6C2D030E7EA3}" srcOrd="1" destOrd="0" presId="urn:microsoft.com/office/officeart/2005/8/layout/vList4"/>
    <dgm:cxn modelId="{E96D51BA-1148-4844-8915-8C0B9A2CA9D7}" type="presParOf" srcId="{F5D4931A-5E4D-4C4B-9025-A0B028996074}" destId="{B11B4116-9951-4E36-8065-8CC3DA8A3B8D}" srcOrd="2" destOrd="0" presId="urn:microsoft.com/office/officeart/2005/8/layout/vList4"/>
    <dgm:cxn modelId="{66A169A8-1375-4D83-822D-4C969DBE0777}" type="presParOf" srcId="{B11B4116-9951-4E36-8065-8CC3DA8A3B8D}" destId="{739F4DF9-9769-4681-8A3A-BCDAE0DB9969}" srcOrd="0" destOrd="0" presId="urn:microsoft.com/office/officeart/2005/8/layout/vList4"/>
    <dgm:cxn modelId="{EFE546B5-2F6B-4ABA-BB46-54B3AC1CB320}" type="presParOf" srcId="{B11B4116-9951-4E36-8065-8CC3DA8A3B8D}" destId="{098F336A-1D7F-4B9E-8643-04608E0A69DF}" srcOrd="1" destOrd="0" presId="urn:microsoft.com/office/officeart/2005/8/layout/vList4"/>
    <dgm:cxn modelId="{23ACF2F2-6F84-4623-8327-436618C0AE02}" type="presParOf" srcId="{B11B4116-9951-4E36-8065-8CC3DA8A3B8D}" destId="{ABBFEB4F-2646-4CA1-852D-2B8E37A5D419}" srcOrd="2" destOrd="0" presId="urn:microsoft.com/office/officeart/2005/8/layout/vList4"/>
    <dgm:cxn modelId="{0CE2A7E3-6098-46FC-B922-A0B5BA36429E}" type="presParOf" srcId="{F5D4931A-5E4D-4C4B-9025-A0B028996074}" destId="{E9E21D70-6F4B-4AC4-9845-3366C074F8EF}" srcOrd="3" destOrd="0" presId="urn:microsoft.com/office/officeart/2005/8/layout/vList4"/>
    <dgm:cxn modelId="{BF8F5E65-E34C-4B44-94FC-7A90A47321E8}" type="presParOf" srcId="{F5D4931A-5E4D-4C4B-9025-A0B028996074}" destId="{95C6BC48-FCA6-4BA7-8BD9-3B458F860E18}" srcOrd="4" destOrd="0" presId="urn:microsoft.com/office/officeart/2005/8/layout/vList4"/>
    <dgm:cxn modelId="{79826016-82CD-46C2-B998-169876728304}" type="presParOf" srcId="{95C6BC48-FCA6-4BA7-8BD9-3B458F860E18}" destId="{605B00DF-D724-4761-8996-227CC2D172B4}" srcOrd="0" destOrd="0" presId="urn:microsoft.com/office/officeart/2005/8/layout/vList4"/>
    <dgm:cxn modelId="{7479111C-B7E2-494A-B639-45A4CB201CAF}" type="presParOf" srcId="{95C6BC48-FCA6-4BA7-8BD9-3B458F860E18}" destId="{E0DF465B-10E7-42D0-A31D-12A9DC710355}" srcOrd="1" destOrd="0" presId="urn:microsoft.com/office/officeart/2005/8/layout/vList4"/>
    <dgm:cxn modelId="{CBAB4CED-F6C0-4740-97BE-F08ED0321898}" type="presParOf" srcId="{95C6BC48-FCA6-4BA7-8BD9-3B458F860E18}" destId="{917B6D3E-43FE-4E4F-BB95-B0A6D5494FFE}" srcOrd="2" destOrd="0" presId="urn:microsoft.com/office/officeart/2005/8/layout/vList4"/>
    <dgm:cxn modelId="{94B00632-E36C-4A6F-90DF-4461E7EBE0A6}" type="presParOf" srcId="{F5D4931A-5E4D-4C4B-9025-A0B028996074}" destId="{F35B5BD7-3372-4DCE-ADEE-E34D58C7F178}" srcOrd="5" destOrd="0" presId="urn:microsoft.com/office/officeart/2005/8/layout/vList4"/>
    <dgm:cxn modelId="{1C43C221-42EF-4208-9982-E78FC4844E88}" type="presParOf" srcId="{F5D4931A-5E4D-4C4B-9025-A0B028996074}" destId="{6333DD5E-3E8F-4CCF-9702-13D0052113D7}" srcOrd="6" destOrd="0" presId="urn:microsoft.com/office/officeart/2005/8/layout/vList4"/>
    <dgm:cxn modelId="{501C0342-D33C-415A-BFF3-A65E4AD52F96}" type="presParOf" srcId="{6333DD5E-3E8F-4CCF-9702-13D0052113D7}" destId="{606ED3EC-1BAB-416C-9A23-1C7A29CFE9DF}" srcOrd="0" destOrd="0" presId="urn:microsoft.com/office/officeart/2005/8/layout/vList4"/>
    <dgm:cxn modelId="{01D3BFC4-B49E-4F08-8B6D-44A36C0ACBCE}" type="presParOf" srcId="{6333DD5E-3E8F-4CCF-9702-13D0052113D7}" destId="{5B114D7F-EADE-4926-8E7A-0BC96234AA1A}" srcOrd="1" destOrd="0" presId="urn:microsoft.com/office/officeart/2005/8/layout/vList4"/>
    <dgm:cxn modelId="{766A32BD-9692-4B2D-8D2D-DC71984FB208}" type="presParOf" srcId="{6333DD5E-3E8F-4CCF-9702-13D0052113D7}" destId="{253057C7-F11B-4CCD-9BE4-AECF4F6474E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4252F9B-E293-4E4D-89C0-8B7AEFB48418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4EF1D0F-1AF9-46A4-8227-24CAF76BE58D}">
      <dgm:prSet phldrT="[Text]"/>
      <dgm:spPr/>
      <dgm:t>
        <a:bodyPr/>
        <a:lstStyle/>
        <a:p>
          <a:r>
            <a:rPr lang="en-GB" b="1" dirty="0"/>
            <a:t>Hypothesis</a:t>
          </a:r>
        </a:p>
      </dgm:t>
    </dgm:pt>
    <dgm:pt modelId="{B5791B95-67AA-416F-983D-4A8BBD44C183}" type="parTrans" cxnId="{52C127A1-822B-4023-AFCF-940504EBB3EF}">
      <dgm:prSet/>
      <dgm:spPr/>
      <dgm:t>
        <a:bodyPr/>
        <a:lstStyle/>
        <a:p>
          <a:endParaRPr lang="en-GB"/>
        </a:p>
      </dgm:t>
    </dgm:pt>
    <dgm:pt modelId="{311768BA-3BEA-455C-93C1-6C027185BF30}" type="sibTrans" cxnId="{52C127A1-822B-4023-AFCF-940504EBB3EF}">
      <dgm:prSet/>
      <dgm:spPr/>
      <dgm:t>
        <a:bodyPr/>
        <a:lstStyle/>
        <a:p>
          <a:endParaRPr lang="en-GB"/>
        </a:p>
      </dgm:t>
    </dgm:pt>
    <dgm:pt modelId="{BEB08E6A-42AE-4210-9AC2-397D8C5470F7}">
      <dgm:prSet phldrT="[Text]"/>
      <dgm:spPr/>
      <dgm:t>
        <a:bodyPr/>
        <a:lstStyle/>
        <a:p>
          <a:r>
            <a:rPr lang="en-GB" dirty="0"/>
            <a:t> By using hierarchical clustering, we can detect </a:t>
          </a:r>
          <a:r>
            <a:rPr lang="en-GB" i="1" dirty="0"/>
            <a:t>early signs </a:t>
          </a:r>
          <a:r>
            <a:rPr lang="en-GB" dirty="0"/>
            <a:t>of climate instability by grouping similar weather patterns across Europe.</a:t>
          </a:r>
        </a:p>
      </dgm:t>
    </dgm:pt>
    <dgm:pt modelId="{C5D1181E-D987-4AD0-84B1-8AEE92B2D801}" type="parTrans" cxnId="{8B0AF92F-1B33-4ECB-8F7F-034AFFDDFDBA}">
      <dgm:prSet/>
      <dgm:spPr/>
      <dgm:t>
        <a:bodyPr/>
        <a:lstStyle/>
        <a:p>
          <a:endParaRPr lang="en-GB"/>
        </a:p>
      </dgm:t>
    </dgm:pt>
    <dgm:pt modelId="{AE1D2A6D-EC2B-4B04-B506-1F41DE2374A4}" type="sibTrans" cxnId="{8B0AF92F-1B33-4ECB-8F7F-034AFFDDFDBA}">
      <dgm:prSet/>
      <dgm:spPr/>
      <dgm:t>
        <a:bodyPr/>
        <a:lstStyle/>
        <a:p>
          <a:endParaRPr lang="en-GB"/>
        </a:p>
      </dgm:t>
    </dgm:pt>
    <dgm:pt modelId="{9E93C52F-C0B8-4E12-99F0-A8B875A03D78}">
      <dgm:prSet phldrT="[Text]"/>
      <dgm:spPr/>
      <dgm:t>
        <a:bodyPr/>
        <a:lstStyle/>
        <a:p>
          <a:r>
            <a:rPr lang="en-GB" b="1" dirty="0"/>
            <a:t>Objective</a:t>
          </a:r>
        </a:p>
      </dgm:t>
    </dgm:pt>
    <dgm:pt modelId="{09303870-2DB6-42A9-9C86-AE20AA7AC953}" type="parTrans" cxnId="{539B4DE3-4F33-4A00-8E20-7D536DE13B01}">
      <dgm:prSet/>
      <dgm:spPr/>
      <dgm:t>
        <a:bodyPr/>
        <a:lstStyle/>
        <a:p>
          <a:endParaRPr lang="en-GB"/>
        </a:p>
      </dgm:t>
    </dgm:pt>
    <dgm:pt modelId="{A9EA3119-CAB6-468B-82E3-092E9F047F08}" type="sibTrans" cxnId="{539B4DE3-4F33-4A00-8E20-7D536DE13B01}">
      <dgm:prSet/>
      <dgm:spPr/>
      <dgm:t>
        <a:bodyPr/>
        <a:lstStyle/>
        <a:p>
          <a:endParaRPr lang="en-GB"/>
        </a:p>
      </dgm:t>
    </dgm:pt>
    <dgm:pt modelId="{ED3C2D54-1864-4ABA-8316-ACB411B830B3}">
      <dgm:prSet phldrT="[Text]"/>
      <dgm:spPr/>
      <dgm:t>
        <a:bodyPr/>
        <a:lstStyle/>
        <a:p>
          <a:r>
            <a:rPr lang="en-GB" dirty="0"/>
            <a:t> To discover whether unusual or emerging behaviours are already taking place by analysing data from European weather stations.</a:t>
          </a:r>
        </a:p>
      </dgm:t>
    </dgm:pt>
    <dgm:pt modelId="{11F8E9A4-1039-4D03-A1E4-5766F6E7D91F}" type="parTrans" cxnId="{ED571B26-DAAE-40A4-92E9-90D6C448E723}">
      <dgm:prSet/>
      <dgm:spPr/>
      <dgm:t>
        <a:bodyPr/>
        <a:lstStyle/>
        <a:p>
          <a:endParaRPr lang="en-GB"/>
        </a:p>
      </dgm:t>
    </dgm:pt>
    <dgm:pt modelId="{C51915DF-4A7D-42AC-9AEA-96781DB0FBA3}" type="sibTrans" cxnId="{ED571B26-DAAE-40A4-92E9-90D6C448E723}">
      <dgm:prSet/>
      <dgm:spPr/>
      <dgm:t>
        <a:bodyPr/>
        <a:lstStyle/>
        <a:p>
          <a:endParaRPr lang="en-GB"/>
        </a:p>
      </dgm:t>
    </dgm:pt>
    <dgm:pt modelId="{BEEDBCC7-14CC-4DAD-9DA5-AD7ED73D942F}">
      <dgm:prSet phldrT="[Text]"/>
      <dgm:spPr/>
      <dgm:t>
        <a:bodyPr/>
        <a:lstStyle/>
        <a:p>
          <a:r>
            <a:rPr lang="en-GB" b="1" dirty="0"/>
            <a:t>Approach</a:t>
          </a:r>
        </a:p>
      </dgm:t>
    </dgm:pt>
    <dgm:pt modelId="{F6EBDC40-0A4D-42F7-90BC-3640A6626B50}" type="parTrans" cxnId="{9F00CC91-3D2D-4AE7-8D4A-544BA13433BC}">
      <dgm:prSet/>
      <dgm:spPr/>
      <dgm:t>
        <a:bodyPr/>
        <a:lstStyle/>
        <a:p>
          <a:endParaRPr lang="en-GB"/>
        </a:p>
      </dgm:t>
    </dgm:pt>
    <dgm:pt modelId="{EBE71DC8-7592-4320-B607-6CE7FEE1270E}" type="sibTrans" cxnId="{9F00CC91-3D2D-4AE7-8D4A-544BA13433BC}">
      <dgm:prSet/>
      <dgm:spPr/>
      <dgm:t>
        <a:bodyPr/>
        <a:lstStyle/>
        <a:p>
          <a:endParaRPr lang="en-GB"/>
        </a:p>
      </dgm:t>
    </dgm:pt>
    <dgm:pt modelId="{41BFDED2-7E02-400C-AFC7-C04511A1BE49}">
      <dgm:prSet phldrT="[Text]"/>
      <dgm:spPr/>
      <dgm:t>
        <a:bodyPr/>
        <a:lstStyle/>
        <a:p>
          <a:r>
            <a:rPr lang="en-GB" dirty="0"/>
            <a:t> Use hierarchical clustering to standardise weather data across Europe.</a:t>
          </a:r>
        </a:p>
      </dgm:t>
    </dgm:pt>
    <dgm:pt modelId="{76FB191F-A741-4EB0-80E6-124384FE9702}" type="parTrans" cxnId="{E4EB7710-D0AD-49CD-B3CB-887DE8AA0C0A}">
      <dgm:prSet/>
      <dgm:spPr/>
      <dgm:t>
        <a:bodyPr/>
        <a:lstStyle/>
        <a:p>
          <a:endParaRPr lang="en-GB"/>
        </a:p>
      </dgm:t>
    </dgm:pt>
    <dgm:pt modelId="{CDA60B94-3716-4F3A-ACA3-556ADE554954}" type="sibTrans" cxnId="{E4EB7710-D0AD-49CD-B3CB-887DE8AA0C0A}">
      <dgm:prSet/>
      <dgm:spPr/>
      <dgm:t>
        <a:bodyPr/>
        <a:lstStyle/>
        <a:p>
          <a:endParaRPr lang="en-GB"/>
        </a:p>
      </dgm:t>
    </dgm:pt>
    <dgm:pt modelId="{23480FEA-EDBB-4489-8BF2-668A9572299C}">
      <dgm:prSet phldrT="[Text]"/>
      <dgm:spPr/>
      <dgm:t>
        <a:bodyPr/>
        <a:lstStyle/>
        <a:p>
          <a:r>
            <a:rPr lang="en-GB" dirty="0"/>
            <a:t> To make it easier to find clear groups, apply Principal Component Analysis (PCA) to reduce the number of features.</a:t>
          </a:r>
        </a:p>
      </dgm:t>
    </dgm:pt>
    <dgm:pt modelId="{60F58BD6-982D-4D86-87E0-4207439B0B98}" type="parTrans" cxnId="{E0EC7D9C-356F-4199-8419-60BB3A2E2D1C}">
      <dgm:prSet/>
      <dgm:spPr/>
      <dgm:t>
        <a:bodyPr/>
        <a:lstStyle/>
        <a:p>
          <a:endParaRPr lang="en-GB"/>
        </a:p>
      </dgm:t>
    </dgm:pt>
    <dgm:pt modelId="{C5651972-5EE1-43D4-B80F-C14CF63FDD80}" type="sibTrans" cxnId="{E0EC7D9C-356F-4199-8419-60BB3A2E2D1C}">
      <dgm:prSet/>
      <dgm:spPr/>
      <dgm:t>
        <a:bodyPr/>
        <a:lstStyle/>
        <a:p>
          <a:endParaRPr lang="en-GB"/>
        </a:p>
      </dgm:t>
    </dgm:pt>
    <dgm:pt modelId="{A7AA2064-A430-4A1D-A17D-7F436EFEABAB}">
      <dgm:prSet phldrT="[Text]"/>
      <dgm:spPr/>
      <dgm:t>
        <a:bodyPr/>
        <a:lstStyle/>
        <a:p>
          <a:r>
            <a:rPr lang="en-GB" b="1" dirty="0"/>
            <a:t>Results</a:t>
          </a:r>
        </a:p>
      </dgm:t>
    </dgm:pt>
    <dgm:pt modelId="{10E9A84F-171B-4B53-831C-D5E84E44F026}" type="parTrans" cxnId="{1FC0E59C-629E-402E-8E18-C0E869408697}">
      <dgm:prSet/>
      <dgm:spPr/>
      <dgm:t>
        <a:bodyPr/>
        <a:lstStyle/>
        <a:p>
          <a:endParaRPr lang="en-GB"/>
        </a:p>
      </dgm:t>
    </dgm:pt>
    <dgm:pt modelId="{06DB4383-31FD-41F4-9D6F-604C45A56341}" type="sibTrans" cxnId="{1FC0E59C-629E-402E-8E18-C0E869408697}">
      <dgm:prSet/>
      <dgm:spPr/>
      <dgm:t>
        <a:bodyPr/>
        <a:lstStyle/>
        <a:p>
          <a:endParaRPr lang="en-GB"/>
        </a:p>
      </dgm:t>
    </dgm:pt>
    <dgm:pt modelId="{B4731E67-AA69-4E25-A94E-39ED1EE3D4D0}">
      <dgm:prSet phldrT="[Text]"/>
      <dgm:spPr/>
      <dgm:t>
        <a:bodyPr/>
        <a:lstStyle/>
        <a:p>
          <a:r>
            <a:rPr lang="en-GB" dirty="0"/>
            <a:t> The Ward method consistently produced 3 distinct groups, which aligned with known climate zones like alpine, coastal, continental.</a:t>
          </a:r>
        </a:p>
      </dgm:t>
    </dgm:pt>
    <dgm:pt modelId="{D5484665-8D21-4C01-A7E4-397CD7297F26}" type="parTrans" cxnId="{C42952AC-3CBC-48D8-9304-70AD7CB37818}">
      <dgm:prSet/>
      <dgm:spPr/>
      <dgm:t>
        <a:bodyPr/>
        <a:lstStyle/>
        <a:p>
          <a:endParaRPr lang="en-GB"/>
        </a:p>
      </dgm:t>
    </dgm:pt>
    <dgm:pt modelId="{79085E74-AEFC-492C-B85E-379278AEB281}" type="sibTrans" cxnId="{C42952AC-3CBC-48D8-9304-70AD7CB37818}">
      <dgm:prSet/>
      <dgm:spPr/>
      <dgm:t>
        <a:bodyPr/>
        <a:lstStyle/>
        <a:p>
          <a:endParaRPr lang="en-GB"/>
        </a:p>
      </dgm:t>
    </dgm:pt>
    <dgm:pt modelId="{9CD694DF-B3BE-417C-A280-90F9893DA904}">
      <dgm:prSet phldrT="[Text]"/>
      <dgm:spPr/>
      <dgm:t>
        <a:bodyPr/>
        <a:lstStyle/>
        <a:p>
          <a:r>
            <a:rPr lang="en-GB" dirty="0"/>
            <a:t> This method gave the best balance between fast processing and meaningful results</a:t>
          </a:r>
        </a:p>
      </dgm:t>
    </dgm:pt>
    <dgm:pt modelId="{6F6B6220-2DD4-4344-A589-CEE46DBA2979}" type="parTrans" cxnId="{DCDFE20F-9E91-4551-9792-771B38855E7B}">
      <dgm:prSet/>
      <dgm:spPr/>
      <dgm:t>
        <a:bodyPr/>
        <a:lstStyle/>
        <a:p>
          <a:endParaRPr lang="en-GB"/>
        </a:p>
      </dgm:t>
    </dgm:pt>
    <dgm:pt modelId="{8CA6FDF5-788E-4013-8684-E03F1505353D}" type="sibTrans" cxnId="{DCDFE20F-9E91-4551-9792-771B38855E7B}">
      <dgm:prSet/>
      <dgm:spPr/>
      <dgm:t>
        <a:bodyPr/>
        <a:lstStyle/>
        <a:p>
          <a:endParaRPr lang="en-GB"/>
        </a:p>
      </dgm:t>
    </dgm:pt>
    <dgm:pt modelId="{8B683517-B5C4-4EC5-A061-13CA89F4339A}">
      <dgm:prSet phldrT="[Text]"/>
      <dgm:spPr/>
      <dgm:t>
        <a:bodyPr/>
        <a:lstStyle/>
        <a:p>
          <a:r>
            <a:rPr lang="en-GB" b="1" dirty="0"/>
            <a:t>Insights</a:t>
          </a:r>
          <a:r>
            <a:rPr lang="en-GB" dirty="0"/>
            <a:t> </a:t>
          </a:r>
        </a:p>
      </dgm:t>
    </dgm:pt>
    <dgm:pt modelId="{92DAAFB1-5D57-49CB-9DF8-79E7BC402A65}" type="parTrans" cxnId="{9F19AEC1-AFE0-44BB-8FEF-E30D65113D87}">
      <dgm:prSet/>
      <dgm:spPr/>
      <dgm:t>
        <a:bodyPr/>
        <a:lstStyle/>
        <a:p>
          <a:endParaRPr lang="en-GB"/>
        </a:p>
      </dgm:t>
    </dgm:pt>
    <dgm:pt modelId="{7A146063-B0C3-4270-B328-FB806F759502}" type="sibTrans" cxnId="{9F19AEC1-AFE0-44BB-8FEF-E30D65113D87}">
      <dgm:prSet/>
      <dgm:spPr/>
      <dgm:t>
        <a:bodyPr/>
        <a:lstStyle/>
        <a:p>
          <a:endParaRPr lang="en-GB"/>
        </a:p>
      </dgm:t>
    </dgm:pt>
    <dgm:pt modelId="{7E1CAE6B-3E77-478A-9BE1-3A8258DA1237}">
      <dgm:prSet/>
      <dgm:spPr/>
      <dgm:t>
        <a:bodyPr/>
        <a:lstStyle/>
        <a:p>
          <a:r>
            <a:rPr lang="en-GB" dirty="0"/>
            <a:t> Climate wins should focus on using the Ward method with the scaled and PCA-reduced data, as this gave the best balance between fast processing and meaningful results.</a:t>
          </a:r>
        </a:p>
      </dgm:t>
    </dgm:pt>
    <dgm:pt modelId="{C5447E97-BB57-4CD1-9B9A-E83194D4CAD3}" type="parTrans" cxnId="{3A3C083B-54EB-4E12-919D-66E37546BEA8}">
      <dgm:prSet/>
      <dgm:spPr/>
      <dgm:t>
        <a:bodyPr/>
        <a:lstStyle/>
        <a:p>
          <a:endParaRPr lang="en-GB"/>
        </a:p>
      </dgm:t>
    </dgm:pt>
    <dgm:pt modelId="{BFA0C44B-4BEE-4522-83FA-3B2BF1B42DC0}" type="sibTrans" cxnId="{3A3C083B-54EB-4E12-919D-66E37546BEA8}">
      <dgm:prSet/>
      <dgm:spPr/>
      <dgm:t>
        <a:bodyPr/>
        <a:lstStyle/>
        <a:p>
          <a:endParaRPr lang="en-GB"/>
        </a:p>
      </dgm:t>
    </dgm:pt>
    <dgm:pt modelId="{2E817584-F1BB-4BFA-9007-DC2AF9413FE9}" type="pres">
      <dgm:prSet presAssocID="{44252F9B-E293-4E4D-89C0-8B7AEFB48418}" presName="linearFlow" presStyleCnt="0">
        <dgm:presLayoutVars>
          <dgm:dir/>
          <dgm:animLvl val="lvl"/>
          <dgm:resizeHandles val="exact"/>
        </dgm:presLayoutVars>
      </dgm:prSet>
      <dgm:spPr/>
    </dgm:pt>
    <dgm:pt modelId="{ABF8561D-7A12-423A-BB37-779D8136F947}" type="pres">
      <dgm:prSet presAssocID="{94EF1D0F-1AF9-46A4-8227-24CAF76BE58D}" presName="composite" presStyleCnt="0"/>
      <dgm:spPr/>
    </dgm:pt>
    <dgm:pt modelId="{3EAC4C93-1C1F-4523-86B6-9DA6FE7C68CD}" type="pres">
      <dgm:prSet presAssocID="{94EF1D0F-1AF9-46A4-8227-24CAF76BE58D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39E3ABC4-13A8-425A-8C5B-02DC7717B429}" type="pres">
      <dgm:prSet presAssocID="{94EF1D0F-1AF9-46A4-8227-24CAF76BE58D}" presName="descendantText" presStyleLbl="alignAcc1" presStyleIdx="0" presStyleCnt="5">
        <dgm:presLayoutVars>
          <dgm:bulletEnabled val="1"/>
        </dgm:presLayoutVars>
      </dgm:prSet>
      <dgm:spPr/>
    </dgm:pt>
    <dgm:pt modelId="{5CE72754-71EA-4BEA-B553-F2AEA02907DE}" type="pres">
      <dgm:prSet presAssocID="{311768BA-3BEA-455C-93C1-6C027185BF30}" presName="sp" presStyleCnt="0"/>
      <dgm:spPr/>
    </dgm:pt>
    <dgm:pt modelId="{D1A86968-52F2-489D-8630-44A433C53948}" type="pres">
      <dgm:prSet presAssocID="{9E93C52F-C0B8-4E12-99F0-A8B875A03D78}" presName="composite" presStyleCnt="0"/>
      <dgm:spPr/>
    </dgm:pt>
    <dgm:pt modelId="{E3A87621-99A5-4068-8614-F11F1384538F}" type="pres">
      <dgm:prSet presAssocID="{9E93C52F-C0B8-4E12-99F0-A8B875A03D78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BECF1CC-32A0-4F82-A075-8BA2CAE2E834}" type="pres">
      <dgm:prSet presAssocID="{9E93C52F-C0B8-4E12-99F0-A8B875A03D78}" presName="descendantText" presStyleLbl="alignAcc1" presStyleIdx="1" presStyleCnt="5">
        <dgm:presLayoutVars>
          <dgm:bulletEnabled val="1"/>
        </dgm:presLayoutVars>
      </dgm:prSet>
      <dgm:spPr/>
    </dgm:pt>
    <dgm:pt modelId="{4EA04B9C-7A10-4BC6-B44F-019703FEA7C7}" type="pres">
      <dgm:prSet presAssocID="{A9EA3119-CAB6-468B-82E3-092E9F047F08}" presName="sp" presStyleCnt="0"/>
      <dgm:spPr/>
    </dgm:pt>
    <dgm:pt modelId="{A8F3B67A-D6AD-4CB2-8C2B-65FF18AE25C3}" type="pres">
      <dgm:prSet presAssocID="{BEEDBCC7-14CC-4DAD-9DA5-AD7ED73D942F}" presName="composite" presStyleCnt="0"/>
      <dgm:spPr/>
    </dgm:pt>
    <dgm:pt modelId="{3D0EA41D-DB6C-48E8-A403-349CD7EE6661}" type="pres">
      <dgm:prSet presAssocID="{BEEDBCC7-14CC-4DAD-9DA5-AD7ED73D942F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A1E5A6BC-08D9-4FB1-BF87-B1665A9272C7}" type="pres">
      <dgm:prSet presAssocID="{BEEDBCC7-14CC-4DAD-9DA5-AD7ED73D942F}" presName="descendantText" presStyleLbl="alignAcc1" presStyleIdx="2" presStyleCnt="5">
        <dgm:presLayoutVars>
          <dgm:bulletEnabled val="1"/>
        </dgm:presLayoutVars>
      </dgm:prSet>
      <dgm:spPr/>
    </dgm:pt>
    <dgm:pt modelId="{38EEBAA6-D48D-405F-A8F8-FAD5DC685666}" type="pres">
      <dgm:prSet presAssocID="{EBE71DC8-7592-4320-B607-6CE7FEE1270E}" presName="sp" presStyleCnt="0"/>
      <dgm:spPr/>
    </dgm:pt>
    <dgm:pt modelId="{3D930FB5-828B-4414-B1B4-B59294901656}" type="pres">
      <dgm:prSet presAssocID="{A7AA2064-A430-4A1D-A17D-7F436EFEABAB}" presName="composite" presStyleCnt="0"/>
      <dgm:spPr/>
    </dgm:pt>
    <dgm:pt modelId="{74EAFE87-576D-42CF-855B-B2F2E99DC7BA}" type="pres">
      <dgm:prSet presAssocID="{A7AA2064-A430-4A1D-A17D-7F436EFEABAB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A8A87524-700F-4E33-A22D-0E3A1381D40C}" type="pres">
      <dgm:prSet presAssocID="{A7AA2064-A430-4A1D-A17D-7F436EFEABAB}" presName="descendantText" presStyleLbl="alignAcc1" presStyleIdx="3" presStyleCnt="5">
        <dgm:presLayoutVars>
          <dgm:bulletEnabled val="1"/>
        </dgm:presLayoutVars>
      </dgm:prSet>
      <dgm:spPr/>
    </dgm:pt>
    <dgm:pt modelId="{6A0AF31F-320D-4D0C-AB81-60B8A7648CB4}" type="pres">
      <dgm:prSet presAssocID="{06DB4383-31FD-41F4-9D6F-604C45A56341}" presName="sp" presStyleCnt="0"/>
      <dgm:spPr/>
    </dgm:pt>
    <dgm:pt modelId="{244C8CA9-D47B-4EAC-8459-E0AD4CDB615D}" type="pres">
      <dgm:prSet presAssocID="{8B683517-B5C4-4EC5-A061-13CA89F4339A}" presName="composite" presStyleCnt="0"/>
      <dgm:spPr/>
    </dgm:pt>
    <dgm:pt modelId="{A1A67C0F-8840-4A05-9E06-39150775BE6E}" type="pres">
      <dgm:prSet presAssocID="{8B683517-B5C4-4EC5-A061-13CA89F4339A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869323B4-430C-4C6D-879E-042520F448EA}" type="pres">
      <dgm:prSet presAssocID="{8B683517-B5C4-4EC5-A061-13CA89F4339A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DCDFE20F-9E91-4551-9792-771B38855E7B}" srcId="{A7AA2064-A430-4A1D-A17D-7F436EFEABAB}" destId="{9CD694DF-B3BE-417C-A280-90F9893DA904}" srcOrd="1" destOrd="0" parTransId="{6F6B6220-2DD4-4344-A589-CEE46DBA2979}" sibTransId="{8CA6FDF5-788E-4013-8684-E03F1505353D}"/>
    <dgm:cxn modelId="{E4EB7710-D0AD-49CD-B3CB-887DE8AA0C0A}" srcId="{BEEDBCC7-14CC-4DAD-9DA5-AD7ED73D942F}" destId="{41BFDED2-7E02-400C-AFC7-C04511A1BE49}" srcOrd="0" destOrd="0" parTransId="{76FB191F-A741-4EB0-80E6-124384FE9702}" sibTransId="{CDA60B94-3716-4F3A-ACA3-556ADE554954}"/>
    <dgm:cxn modelId="{60BAD813-C45C-4373-9FD1-2DB9BB1595CA}" type="presOf" srcId="{A7AA2064-A430-4A1D-A17D-7F436EFEABAB}" destId="{74EAFE87-576D-42CF-855B-B2F2E99DC7BA}" srcOrd="0" destOrd="0" presId="urn:microsoft.com/office/officeart/2005/8/layout/chevron2"/>
    <dgm:cxn modelId="{D3DFFF22-A8ED-4294-99D4-AFB9995B33A7}" type="presOf" srcId="{9E93C52F-C0B8-4E12-99F0-A8B875A03D78}" destId="{E3A87621-99A5-4068-8614-F11F1384538F}" srcOrd="0" destOrd="0" presId="urn:microsoft.com/office/officeart/2005/8/layout/chevron2"/>
    <dgm:cxn modelId="{ED571B26-DAAE-40A4-92E9-90D6C448E723}" srcId="{9E93C52F-C0B8-4E12-99F0-A8B875A03D78}" destId="{ED3C2D54-1864-4ABA-8316-ACB411B830B3}" srcOrd="0" destOrd="0" parTransId="{11F8E9A4-1039-4D03-A1E4-5766F6E7D91F}" sibTransId="{C51915DF-4A7D-42AC-9AEA-96781DB0FBA3}"/>
    <dgm:cxn modelId="{8B0AF92F-1B33-4ECB-8F7F-034AFFDDFDBA}" srcId="{94EF1D0F-1AF9-46A4-8227-24CAF76BE58D}" destId="{BEB08E6A-42AE-4210-9AC2-397D8C5470F7}" srcOrd="0" destOrd="0" parTransId="{C5D1181E-D987-4AD0-84B1-8AEE92B2D801}" sibTransId="{AE1D2A6D-EC2B-4B04-B506-1F41DE2374A4}"/>
    <dgm:cxn modelId="{3A3C083B-54EB-4E12-919D-66E37546BEA8}" srcId="{8B683517-B5C4-4EC5-A061-13CA89F4339A}" destId="{7E1CAE6B-3E77-478A-9BE1-3A8258DA1237}" srcOrd="0" destOrd="0" parTransId="{C5447E97-BB57-4CD1-9B9A-E83194D4CAD3}" sibTransId="{BFA0C44B-4BEE-4522-83FA-3B2BF1B42DC0}"/>
    <dgm:cxn modelId="{8DD11F5D-D5FD-43A5-AEE1-EC5EC240776E}" type="presOf" srcId="{BEB08E6A-42AE-4210-9AC2-397D8C5470F7}" destId="{39E3ABC4-13A8-425A-8C5B-02DC7717B429}" srcOrd="0" destOrd="0" presId="urn:microsoft.com/office/officeart/2005/8/layout/chevron2"/>
    <dgm:cxn modelId="{2776F75D-C3CA-49BD-8B84-D76597ED1B86}" type="presOf" srcId="{41BFDED2-7E02-400C-AFC7-C04511A1BE49}" destId="{A1E5A6BC-08D9-4FB1-BF87-B1665A9272C7}" srcOrd="0" destOrd="0" presId="urn:microsoft.com/office/officeart/2005/8/layout/chevron2"/>
    <dgm:cxn modelId="{ED86C066-8C2E-4365-A6C9-C919BFDEFC0D}" type="presOf" srcId="{B4731E67-AA69-4E25-A94E-39ED1EE3D4D0}" destId="{A8A87524-700F-4E33-A22D-0E3A1381D40C}" srcOrd="0" destOrd="0" presId="urn:microsoft.com/office/officeart/2005/8/layout/chevron2"/>
    <dgm:cxn modelId="{B0BE9356-69E8-4D88-A048-DF618A45BE95}" type="presOf" srcId="{9CD694DF-B3BE-417C-A280-90F9893DA904}" destId="{A8A87524-700F-4E33-A22D-0E3A1381D40C}" srcOrd="0" destOrd="1" presId="urn:microsoft.com/office/officeart/2005/8/layout/chevron2"/>
    <dgm:cxn modelId="{1550A489-F2C7-443B-8A77-37583ADCA539}" type="presOf" srcId="{44252F9B-E293-4E4D-89C0-8B7AEFB48418}" destId="{2E817584-F1BB-4BFA-9007-DC2AF9413FE9}" srcOrd="0" destOrd="0" presId="urn:microsoft.com/office/officeart/2005/8/layout/chevron2"/>
    <dgm:cxn modelId="{9F00CC91-3D2D-4AE7-8D4A-544BA13433BC}" srcId="{44252F9B-E293-4E4D-89C0-8B7AEFB48418}" destId="{BEEDBCC7-14CC-4DAD-9DA5-AD7ED73D942F}" srcOrd="2" destOrd="0" parTransId="{F6EBDC40-0A4D-42F7-90BC-3640A6626B50}" sibTransId="{EBE71DC8-7592-4320-B607-6CE7FEE1270E}"/>
    <dgm:cxn modelId="{84BBE898-9CB9-44D4-8A86-E75334BC2872}" type="presOf" srcId="{23480FEA-EDBB-4489-8BF2-668A9572299C}" destId="{A1E5A6BC-08D9-4FB1-BF87-B1665A9272C7}" srcOrd="0" destOrd="1" presId="urn:microsoft.com/office/officeart/2005/8/layout/chevron2"/>
    <dgm:cxn modelId="{E0EC7D9C-356F-4199-8419-60BB3A2E2D1C}" srcId="{BEEDBCC7-14CC-4DAD-9DA5-AD7ED73D942F}" destId="{23480FEA-EDBB-4489-8BF2-668A9572299C}" srcOrd="1" destOrd="0" parTransId="{60F58BD6-982D-4D86-87E0-4207439B0B98}" sibTransId="{C5651972-5EE1-43D4-B80F-C14CF63FDD80}"/>
    <dgm:cxn modelId="{1FC0E59C-629E-402E-8E18-C0E869408697}" srcId="{44252F9B-E293-4E4D-89C0-8B7AEFB48418}" destId="{A7AA2064-A430-4A1D-A17D-7F436EFEABAB}" srcOrd="3" destOrd="0" parTransId="{10E9A84F-171B-4B53-831C-D5E84E44F026}" sibTransId="{06DB4383-31FD-41F4-9D6F-604C45A56341}"/>
    <dgm:cxn modelId="{52C127A1-822B-4023-AFCF-940504EBB3EF}" srcId="{44252F9B-E293-4E4D-89C0-8B7AEFB48418}" destId="{94EF1D0F-1AF9-46A4-8227-24CAF76BE58D}" srcOrd="0" destOrd="0" parTransId="{B5791B95-67AA-416F-983D-4A8BBD44C183}" sibTransId="{311768BA-3BEA-455C-93C1-6C027185BF30}"/>
    <dgm:cxn modelId="{F4013AA1-D53D-4BE8-BE52-AB0712A1924A}" type="presOf" srcId="{7E1CAE6B-3E77-478A-9BE1-3A8258DA1237}" destId="{869323B4-430C-4C6D-879E-042520F448EA}" srcOrd="0" destOrd="0" presId="urn:microsoft.com/office/officeart/2005/8/layout/chevron2"/>
    <dgm:cxn modelId="{C42952AC-3CBC-48D8-9304-70AD7CB37818}" srcId="{A7AA2064-A430-4A1D-A17D-7F436EFEABAB}" destId="{B4731E67-AA69-4E25-A94E-39ED1EE3D4D0}" srcOrd="0" destOrd="0" parTransId="{D5484665-8D21-4C01-A7E4-397CD7297F26}" sibTransId="{79085E74-AEFC-492C-B85E-379278AEB281}"/>
    <dgm:cxn modelId="{02DDE4AE-D955-4A9D-B0F2-6D4A08748C00}" type="presOf" srcId="{94EF1D0F-1AF9-46A4-8227-24CAF76BE58D}" destId="{3EAC4C93-1C1F-4523-86B6-9DA6FE7C68CD}" srcOrd="0" destOrd="0" presId="urn:microsoft.com/office/officeart/2005/8/layout/chevron2"/>
    <dgm:cxn modelId="{9F19AEC1-AFE0-44BB-8FEF-E30D65113D87}" srcId="{44252F9B-E293-4E4D-89C0-8B7AEFB48418}" destId="{8B683517-B5C4-4EC5-A061-13CA89F4339A}" srcOrd="4" destOrd="0" parTransId="{92DAAFB1-5D57-49CB-9DF8-79E7BC402A65}" sibTransId="{7A146063-B0C3-4270-B328-FB806F759502}"/>
    <dgm:cxn modelId="{539B4DE3-4F33-4A00-8E20-7D536DE13B01}" srcId="{44252F9B-E293-4E4D-89C0-8B7AEFB48418}" destId="{9E93C52F-C0B8-4E12-99F0-A8B875A03D78}" srcOrd="1" destOrd="0" parTransId="{09303870-2DB6-42A9-9C86-AE20AA7AC953}" sibTransId="{A9EA3119-CAB6-468B-82E3-092E9F047F08}"/>
    <dgm:cxn modelId="{EBE615E4-F908-40E7-8DE5-FEF42C1CCB46}" type="presOf" srcId="{8B683517-B5C4-4EC5-A061-13CA89F4339A}" destId="{A1A67C0F-8840-4A05-9E06-39150775BE6E}" srcOrd="0" destOrd="0" presId="urn:microsoft.com/office/officeart/2005/8/layout/chevron2"/>
    <dgm:cxn modelId="{91861CF0-C792-40C8-A8A2-2BD1E561068E}" type="presOf" srcId="{BEEDBCC7-14CC-4DAD-9DA5-AD7ED73D942F}" destId="{3D0EA41D-DB6C-48E8-A403-349CD7EE6661}" srcOrd="0" destOrd="0" presId="urn:microsoft.com/office/officeart/2005/8/layout/chevron2"/>
    <dgm:cxn modelId="{4E109EFF-843E-4352-AA53-0385F44180F1}" type="presOf" srcId="{ED3C2D54-1864-4ABA-8316-ACB411B830B3}" destId="{9BECF1CC-32A0-4F82-A075-8BA2CAE2E834}" srcOrd="0" destOrd="0" presId="urn:microsoft.com/office/officeart/2005/8/layout/chevron2"/>
    <dgm:cxn modelId="{C11AB148-1D82-48E1-B7E6-B8D5EBA50632}" type="presParOf" srcId="{2E817584-F1BB-4BFA-9007-DC2AF9413FE9}" destId="{ABF8561D-7A12-423A-BB37-779D8136F947}" srcOrd="0" destOrd="0" presId="urn:microsoft.com/office/officeart/2005/8/layout/chevron2"/>
    <dgm:cxn modelId="{9866AF9B-85DD-483D-8685-F16630F685C1}" type="presParOf" srcId="{ABF8561D-7A12-423A-BB37-779D8136F947}" destId="{3EAC4C93-1C1F-4523-86B6-9DA6FE7C68CD}" srcOrd="0" destOrd="0" presId="urn:microsoft.com/office/officeart/2005/8/layout/chevron2"/>
    <dgm:cxn modelId="{416C4BE4-7167-4206-8F5D-F389D2BD214E}" type="presParOf" srcId="{ABF8561D-7A12-423A-BB37-779D8136F947}" destId="{39E3ABC4-13A8-425A-8C5B-02DC7717B429}" srcOrd="1" destOrd="0" presId="urn:microsoft.com/office/officeart/2005/8/layout/chevron2"/>
    <dgm:cxn modelId="{6035807C-2141-4AE2-B0F9-C6D306081C03}" type="presParOf" srcId="{2E817584-F1BB-4BFA-9007-DC2AF9413FE9}" destId="{5CE72754-71EA-4BEA-B553-F2AEA02907DE}" srcOrd="1" destOrd="0" presId="urn:microsoft.com/office/officeart/2005/8/layout/chevron2"/>
    <dgm:cxn modelId="{F0EBBFDE-3812-4B25-A807-1DB8BACA920F}" type="presParOf" srcId="{2E817584-F1BB-4BFA-9007-DC2AF9413FE9}" destId="{D1A86968-52F2-489D-8630-44A433C53948}" srcOrd="2" destOrd="0" presId="urn:microsoft.com/office/officeart/2005/8/layout/chevron2"/>
    <dgm:cxn modelId="{35DDD15E-1AB8-4B97-AC73-D0887B247540}" type="presParOf" srcId="{D1A86968-52F2-489D-8630-44A433C53948}" destId="{E3A87621-99A5-4068-8614-F11F1384538F}" srcOrd="0" destOrd="0" presId="urn:microsoft.com/office/officeart/2005/8/layout/chevron2"/>
    <dgm:cxn modelId="{8CB051B5-A34E-4792-AD11-79C314649EFE}" type="presParOf" srcId="{D1A86968-52F2-489D-8630-44A433C53948}" destId="{9BECF1CC-32A0-4F82-A075-8BA2CAE2E834}" srcOrd="1" destOrd="0" presId="urn:microsoft.com/office/officeart/2005/8/layout/chevron2"/>
    <dgm:cxn modelId="{D228369A-23A7-48CA-96D9-05512C9483FE}" type="presParOf" srcId="{2E817584-F1BB-4BFA-9007-DC2AF9413FE9}" destId="{4EA04B9C-7A10-4BC6-B44F-019703FEA7C7}" srcOrd="3" destOrd="0" presId="urn:microsoft.com/office/officeart/2005/8/layout/chevron2"/>
    <dgm:cxn modelId="{AD942113-C22B-489F-A7E6-707F9C5BB4A8}" type="presParOf" srcId="{2E817584-F1BB-4BFA-9007-DC2AF9413FE9}" destId="{A8F3B67A-D6AD-4CB2-8C2B-65FF18AE25C3}" srcOrd="4" destOrd="0" presId="urn:microsoft.com/office/officeart/2005/8/layout/chevron2"/>
    <dgm:cxn modelId="{0C471D13-ABEB-4BCE-83A2-160C17A6C3DB}" type="presParOf" srcId="{A8F3B67A-D6AD-4CB2-8C2B-65FF18AE25C3}" destId="{3D0EA41D-DB6C-48E8-A403-349CD7EE6661}" srcOrd="0" destOrd="0" presId="urn:microsoft.com/office/officeart/2005/8/layout/chevron2"/>
    <dgm:cxn modelId="{62A474E2-EAB5-4BE4-B7D9-AE88FD4FF118}" type="presParOf" srcId="{A8F3B67A-D6AD-4CB2-8C2B-65FF18AE25C3}" destId="{A1E5A6BC-08D9-4FB1-BF87-B1665A9272C7}" srcOrd="1" destOrd="0" presId="urn:microsoft.com/office/officeart/2005/8/layout/chevron2"/>
    <dgm:cxn modelId="{EB3F65A3-A437-4DDE-84C3-3845E6626346}" type="presParOf" srcId="{2E817584-F1BB-4BFA-9007-DC2AF9413FE9}" destId="{38EEBAA6-D48D-405F-A8F8-FAD5DC685666}" srcOrd="5" destOrd="0" presId="urn:microsoft.com/office/officeart/2005/8/layout/chevron2"/>
    <dgm:cxn modelId="{35162AC5-B725-4DEA-9684-BA9D4428450F}" type="presParOf" srcId="{2E817584-F1BB-4BFA-9007-DC2AF9413FE9}" destId="{3D930FB5-828B-4414-B1B4-B59294901656}" srcOrd="6" destOrd="0" presId="urn:microsoft.com/office/officeart/2005/8/layout/chevron2"/>
    <dgm:cxn modelId="{1E189AB8-DEE7-4E87-A8DD-6802CFBF3327}" type="presParOf" srcId="{3D930FB5-828B-4414-B1B4-B59294901656}" destId="{74EAFE87-576D-42CF-855B-B2F2E99DC7BA}" srcOrd="0" destOrd="0" presId="urn:microsoft.com/office/officeart/2005/8/layout/chevron2"/>
    <dgm:cxn modelId="{BB738623-E160-4992-8D8F-F147FB7CC01E}" type="presParOf" srcId="{3D930FB5-828B-4414-B1B4-B59294901656}" destId="{A8A87524-700F-4E33-A22D-0E3A1381D40C}" srcOrd="1" destOrd="0" presId="urn:microsoft.com/office/officeart/2005/8/layout/chevron2"/>
    <dgm:cxn modelId="{02DAF791-7A83-4326-9BA7-98F518373977}" type="presParOf" srcId="{2E817584-F1BB-4BFA-9007-DC2AF9413FE9}" destId="{6A0AF31F-320D-4D0C-AB81-60B8A7648CB4}" srcOrd="7" destOrd="0" presId="urn:microsoft.com/office/officeart/2005/8/layout/chevron2"/>
    <dgm:cxn modelId="{26A09916-BFFE-470F-817A-69C5719DEBC0}" type="presParOf" srcId="{2E817584-F1BB-4BFA-9007-DC2AF9413FE9}" destId="{244C8CA9-D47B-4EAC-8459-E0AD4CDB615D}" srcOrd="8" destOrd="0" presId="urn:microsoft.com/office/officeart/2005/8/layout/chevron2"/>
    <dgm:cxn modelId="{B19A2ECA-73F0-4837-9446-39F05608C650}" type="presParOf" srcId="{244C8CA9-D47B-4EAC-8459-E0AD4CDB615D}" destId="{A1A67C0F-8840-4A05-9E06-39150775BE6E}" srcOrd="0" destOrd="0" presId="urn:microsoft.com/office/officeart/2005/8/layout/chevron2"/>
    <dgm:cxn modelId="{C5042018-3070-47DC-A920-AB5A19C1498A}" type="presParOf" srcId="{244C8CA9-D47B-4EAC-8459-E0AD4CDB615D}" destId="{869323B4-430C-4C6D-879E-042520F448E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9FD97CF-55B7-41AF-A80B-22E35EDFBAF7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20CE5EE-2853-4DBA-8A49-D0CFDBA4BE27}">
      <dgm:prSet phldrT="[Text]"/>
      <dgm:spPr/>
      <dgm:t>
        <a:bodyPr/>
        <a:lstStyle/>
        <a:p>
          <a:r>
            <a:rPr lang="en-GB" b="1" dirty="0"/>
            <a:t>Next Steps:</a:t>
          </a:r>
        </a:p>
      </dgm:t>
    </dgm:pt>
    <dgm:pt modelId="{F57E86FC-CA10-4D60-8BDA-54002F23F6F3}" type="parTrans" cxnId="{B58ACE7F-1D4A-451E-981B-56AD0C78F57C}">
      <dgm:prSet/>
      <dgm:spPr/>
      <dgm:t>
        <a:bodyPr/>
        <a:lstStyle/>
        <a:p>
          <a:endParaRPr lang="en-GB"/>
        </a:p>
      </dgm:t>
    </dgm:pt>
    <dgm:pt modelId="{F110A9A1-F3AA-4A69-AE06-9B3F27198AB3}" type="sibTrans" cxnId="{B58ACE7F-1D4A-451E-981B-56AD0C78F57C}">
      <dgm:prSet/>
      <dgm:spPr/>
      <dgm:t>
        <a:bodyPr/>
        <a:lstStyle/>
        <a:p>
          <a:endParaRPr lang="en-GB"/>
        </a:p>
      </dgm:t>
    </dgm:pt>
    <dgm:pt modelId="{297414DB-8A2E-434E-B9D1-92037FCE0F75}">
      <dgm:prSet phldrT="[Text]"/>
      <dgm:spPr/>
      <dgm:t>
        <a:bodyPr/>
        <a:lstStyle/>
        <a:p>
          <a:r>
            <a:rPr lang="en-GB" b="1" dirty="0"/>
            <a:t>The Future:</a:t>
          </a:r>
        </a:p>
      </dgm:t>
    </dgm:pt>
    <dgm:pt modelId="{BF3357AD-8B12-41B4-A4F3-1F020B249943}" type="parTrans" cxnId="{16C40C25-BB01-4870-9022-F3F7AC1A201A}">
      <dgm:prSet/>
      <dgm:spPr/>
      <dgm:t>
        <a:bodyPr/>
        <a:lstStyle/>
        <a:p>
          <a:endParaRPr lang="en-GB"/>
        </a:p>
      </dgm:t>
    </dgm:pt>
    <dgm:pt modelId="{EC093FB9-F8E2-45E3-8502-53A63BFAA224}" type="sibTrans" cxnId="{16C40C25-BB01-4870-9022-F3F7AC1A201A}">
      <dgm:prSet/>
      <dgm:spPr/>
      <dgm:t>
        <a:bodyPr/>
        <a:lstStyle/>
        <a:p>
          <a:endParaRPr lang="en-GB"/>
        </a:p>
      </dgm:t>
    </dgm:pt>
    <dgm:pt modelId="{867EEABD-1413-468D-BD3D-3A0ED52BA98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For future projects, use the results to support long-term planning and liveability scoring.</a:t>
          </a:r>
        </a:p>
      </dgm:t>
    </dgm:pt>
    <dgm:pt modelId="{35E13886-C7E8-4810-AB59-CCEECCE1CB12}" type="parTrans" cxnId="{412DEE55-B763-4C3E-8D05-A8CFFC6D575E}">
      <dgm:prSet/>
      <dgm:spPr/>
      <dgm:t>
        <a:bodyPr/>
        <a:lstStyle/>
        <a:p>
          <a:endParaRPr lang="en-GB"/>
        </a:p>
      </dgm:t>
    </dgm:pt>
    <dgm:pt modelId="{F38E7A14-8D36-47C1-B20F-3B2ED4ED44E4}" type="sibTrans" cxnId="{412DEE55-B763-4C3E-8D05-A8CFFC6D575E}">
      <dgm:prSet/>
      <dgm:spPr/>
      <dgm:t>
        <a:bodyPr/>
        <a:lstStyle/>
        <a:p>
          <a:endParaRPr lang="en-GB"/>
        </a:p>
      </dgm:t>
    </dgm:pt>
    <dgm:pt modelId="{6D7E41EE-2D45-4BD8-8ECA-830F81468D9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Extend this method to multiple years (e.g. 2010-2020) to track changes.</a:t>
          </a:r>
        </a:p>
      </dgm:t>
    </dgm:pt>
    <dgm:pt modelId="{B90F60A0-9583-47A5-94A7-30FBFB59ED93}" type="sibTrans" cxnId="{AA22E145-428C-4594-A73C-A34202784F45}">
      <dgm:prSet/>
      <dgm:spPr/>
      <dgm:t>
        <a:bodyPr/>
        <a:lstStyle/>
        <a:p>
          <a:endParaRPr lang="en-GB"/>
        </a:p>
      </dgm:t>
    </dgm:pt>
    <dgm:pt modelId="{C769CABB-1BAF-4591-B9AC-229AE4359AC2}" type="parTrans" cxnId="{AA22E145-428C-4594-A73C-A34202784F45}">
      <dgm:prSet/>
      <dgm:spPr/>
      <dgm:t>
        <a:bodyPr/>
        <a:lstStyle/>
        <a:p>
          <a:endParaRPr lang="en-GB"/>
        </a:p>
      </dgm:t>
    </dgm:pt>
    <dgm:pt modelId="{6B705370-12DD-4776-81EF-1A9ADFD2EBB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Compare clusters to ‘extreme events’ to validate their meaning</a:t>
          </a:r>
        </a:p>
      </dgm:t>
    </dgm:pt>
    <dgm:pt modelId="{C1C329BC-34B3-4584-BD40-F6929E43A1BF}" type="parTrans" cxnId="{757A99DE-B9F9-4797-A0AF-748BF830C61E}">
      <dgm:prSet/>
      <dgm:spPr/>
      <dgm:t>
        <a:bodyPr/>
        <a:lstStyle/>
        <a:p>
          <a:endParaRPr lang="en-GB"/>
        </a:p>
      </dgm:t>
    </dgm:pt>
    <dgm:pt modelId="{EE8B0952-9B02-4787-BA5C-981DC46F8A57}" type="sibTrans" cxnId="{757A99DE-B9F9-4797-A0AF-748BF830C61E}">
      <dgm:prSet/>
      <dgm:spPr/>
      <dgm:t>
        <a:bodyPr/>
        <a:lstStyle/>
        <a:p>
          <a:endParaRPr lang="en-GB"/>
        </a:p>
      </dgm:t>
    </dgm:pt>
    <dgm:pt modelId="{F4676FCB-F71F-4BDC-9809-67B037931C2A}" type="pres">
      <dgm:prSet presAssocID="{D9FD97CF-55B7-41AF-A80B-22E35EDFBAF7}" presName="Name0" presStyleCnt="0">
        <dgm:presLayoutVars>
          <dgm:dir/>
        </dgm:presLayoutVars>
      </dgm:prSet>
      <dgm:spPr/>
    </dgm:pt>
    <dgm:pt modelId="{10C2F00D-F9D5-40AF-B917-6E83371590FD}" type="pres">
      <dgm:prSet presAssocID="{920CE5EE-2853-4DBA-8A49-D0CFDBA4BE27}" presName="withChildren" presStyleCnt="0"/>
      <dgm:spPr/>
    </dgm:pt>
    <dgm:pt modelId="{AA69AAEA-5E99-45CD-8D3F-42576D921C91}" type="pres">
      <dgm:prSet presAssocID="{920CE5EE-2853-4DBA-8A49-D0CFDBA4BE27}" presName="bigCircle" presStyleLbl="vennNode1" presStyleIdx="0" presStyleCnt="5"/>
      <dgm:spPr/>
    </dgm:pt>
    <dgm:pt modelId="{0C330B3D-192B-4A60-B09C-79BD27E9E503}" type="pres">
      <dgm:prSet presAssocID="{920CE5EE-2853-4DBA-8A49-D0CFDBA4BE27}" presName="medCircle" presStyleLbl="vennNode1" presStyleIdx="1" presStyleCnt="5"/>
      <dgm:spPr/>
    </dgm:pt>
    <dgm:pt modelId="{529B3C64-206A-47D9-AB77-B56794501529}" type="pres">
      <dgm:prSet presAssocID="{920CE5EE-2853-4DBA-8A49-D0CFDBA4BE27}" presName="txLvl1" presStyleLbl="revTx" presStyleIdx="0" presStyleCnt="5"/>
      <dgm:spPr/>
    </dgm:pt>
    <dgm:pt modelId="{F668AF8C-628B-45E4-9D58-E3AB38AD8D68}" type="pres">
      <dgm:prSet presAssocID="{920CE5EE-2853-4DBA-8A49-D0CFDBA4BE27}" presName="lin" presStyleCnt="0"/>
      <dgm:spPr/>
    </dgm:pt>
    <dgm:pt modelId="{17927F9C-6AD5-4E81-9C75-186F3965C4A9}" type="pres">
      <dgm:prSet presAssocID="{6D7E41EE-2D45-4BD8-8ECA-830F81468D97}" presName="txLvl2" presStyleLbl="revTx" presStyleIdx="1" presStyleCnt="5"/>
      <dgm:spPr/>
    </dgm:pt>
    <dgm:pt modelId="{A0AE8418-AA31-44F1-A22B-90DD6FB53E1E}" type="pres">
      <dgm:prSet presAssocID="{B90F60A0-9583-47A5-94A7-30FBFB59ED93}" presName="smCircle" presStyleLbl="vennNode1" presStyleIdx="2" presStyleCnt="5"/>
      <dgm:spPr/>
    </dgm:pt>
    <dgm:pt modelId="{7D463665-313B-458E-875D-CA5D0C4CD342}" type="pres">
      <dgm:prSet presAssocID="{6B705370-12DD-4776-81EF-1A9ADFD2EBB1}" presName="txLvl2" presStyleLbl="revTx" presStyleIdx="2" presStyleCnt="5"/>
      <dgm:spPr/>
    </dgm:pt>
    <dgm:pt modelId="{E2856250-4E2E-497E-B536-FBC4941D63FE}" type="pres">
      <dgm:prSet presAssocID="{920CE5EE-2853-4DBA-8A49-D0CFDBA4BE27}" presName="overlap" presStyleCnt="0"/>
      <dgm:spPr/>
    </dgm:pt>
    <dgm:pt modelId="{7ED73441-FEF0-4DB1-BDA3-5A8600C840D9}" type="pres">
      <dgm:prSet presAssocID="{297414DB-8A2E-434E-B9D1-92037FCE0F75}" presName="withChildren" presStyleCnt="0"/>
      <dgm:spPr/>
    </dgm:pt>
    <dgm:pt modelId="{E6D40579-5CD3-4189-90B6-D1E941FBDA11}" type="pres">
      <dgm:prSet presAssocID="{297414DB-8A2E-434E-B9D1-92037FCE0F75}" presName="bigCircle" presStyleLbl="vennNode1" presStyleIdx="3" presStyleCnt="5"/>
      <dgm:spPr/>
    </dgm:pt>
    <dgm:pt modelId="{E8B1F75E-A341-4055-8C16-E3004725E050}" type="pres">
      <dgm:prSet presAssocID="{297414DB-8A2E-434E-B9D1-92037FCE0F75}" presName="medCircle" presStyleLbl="vennNode1" presStyleIdx="4" presStyleCnt="5"/>
      <dgm:spPr/>
    </dgm:pt>
    <dgm:pt modelId="{E876A35A-78AA-4DB3-BB14-0E5CE892380B}" type="pres">
      <dgm:prSet presAssocID="{297414DB-8A2E-434E-B9D1-92037FCE0F75}" presName="txLvl1" presStyleLbl="revTx" presStyleIdx="3" presStyleCnt="5"/>
      <dgm:spPr/>
    </dgm:pt>
    <dgm:pt modelId="{43916D4D-5C16-4C42-AAEF-BE23C2BDFD16}" type="pres">
      <dgm:prSet presAssocID="{297414DB-8A2E-434E-B9D1-92037FCE0F75}" presName="lin" presStyleCnt="0"/>
      <dgm:spPr/>
    </dgm:pt>
    <dgm:pt modelId="{A4B8CBF4-1BDC-449B-9E60-52857273604B}" type="pres">
      <dgm:prSet presAssocID="{867EEABD-1413-468D-BD3D-3A0ED52BA981}" presName="txLvl2" presStyleLbl="revTx" presStyleIdx="4" presStyleCnt="5"/>
      <dgm:spPr/>
    </dgm:pt>
  </dgm:ptLst>
  <dgm:cxnLst>
    <dgm:cxn modelId="{C3D96422-FD27-4C9B-B901-55F7E2768E01}" type="presOf" srcId="{6B705370-12DD-4776-81EF-1A9ADFD2EBB1}" destId="{7D463665-313B-458E-875D-CA5D0C4CD342}" srcOrd="0" destOrd="0" presId="urn:microsoft.com/office/officeart/2008/layout/VerticalCircleList"/>
    <dgm:cxn modelId="{16C40C25-BB01-4870-9022-F3F7AC1A201A}" srcId="{D9FD97CF-55B7-41AF-A80B-22E35EDFBAF7}" destId="{297414DB-8A2E-434E-B9D1-92037FCE0F75}" srcOrd="1" destOrd="0" parTransId="{BF3357AD-8B12-41B4-A4F3-1F020B249943}" sibTransId="{EC093FB9-F8E2-45E3-8502-53A63BFAA224}"/>
    <dgm:cxn modelId="{C8608C2D-019E-470C-8807-8A6118AE1F75}" type="presOf" srcId="{D9FD97CF-55B7-41AF-A80B-22E35EDFBAF7}" destId="{F4676FCB-F71F-4BDC-9809-67B037931C2A}" srcOrd="0" destOrd="0" presId="urn:microsoft.com/office/officeart/2008/layout/VerticalCircleList"/>
    <dgm:cxn modelId="{2AAD155C-6C64-4245-8F81-BD9F24CD9D32}" type="presOf" srcId="{867EEABD-1413-468D-BD3D-3A0ED52BA981}" destId="{A4B8CBF4-1BDC-449B-9E60-52857273604B}" srcOrd="0" destOrd="0" presId="urn:microsoft.com/office/officeart/2008/layout/VerticalCircleList"/>
    <dgm:cxn modelId="{AA22E145-428C-4594-A73C-A34202784F45}" srcId="{920CE5EE-2853-4DBA-8A49-D0CFDBA4BE27}" destId="{6D7E41EE-2D45-4BD8-8ECA-830F81468D97}" srcOrd="0" destOrd="0" parTransId="{C769CABB-1BAF-4591-B9AC-229AE4359AC2}" sibTransId="{B90F60A0-9583-47A5-94A7-30FBFB59ED93}"/>
    <dgm:cxn modelId="{412DEE55-B763-4C3E-8D05-A8CFFC6D575E}" srcId="{297414DB-8A2E-434E-B9D1-92037FCE0F75}" destId="{867EEABD-1413-468D-BD3D-3A0ED52BA981}" srcOrd="0" destOrd="0" parTransId="{35E13886-C7E8-4810-AB59-CCEECCE1CB12}" sibTransId="{F38E7A14-8D36-47C1-B20F-3B2ED4ED44E4}"/>
    <dgm:cxn modelId="{B58ACE7F-1D4A-451E-981B-56AD0C78F57C}" srcId="{D9FD97CF-55B7-41AF-A80B-22E35EDFBAF7}" destId="{920CE5EE-2853-4DBA-8A49-D0CFDBA4BE27}" srcOrd="0" destOrd="0" parTransId="{F57E86FC-CA10-4D60-8BDA-54002F23F6F3}" sibTransId="{F110A9A1-F3AA-4A69-AE06-9B3F27198AB3}"/>
    <dgm:cxn modelId="{25281D8A-6516-46F0-B969-0A2F1FF3B36E}" type="presOf" srcId="{297414DB-8A2E-434E-B9D1-92037FCE0F75}" destId="{E876A35A-78AA-4DB3-BB14-0E5CE892380B}" srcOrd="0" destOrd="0" presId="urn:microsoft.com/office/officeart/2008/layout/VerticalCircleList"/>
    <dgm:cxn modelId="{757A99DE-B9F9-4797-A0AF-748BF830C61E}" srcId="{920CE5EE-2853-4DBA-8A49-D0CFDBA4BE27}" destId="{6B705370-12DD-4776-81EF-1A9ADFD2EBB1}" srcOrd="1" destOrd="0" parTransId="{C1C329BC-34B3-4584-BD40-F6929E43A1BF}" sibTransId="{EE8B0952-9B02-4787-BA5C-981DC46F8A57}"/>
    <dgm:cxn modelId="{F687BAE2-8BC5-4326-9C7E-44B8519630A1}" type="presOf" srcId="{6D7E41EE-2D45-4BD8-8ECA-830F81468D97}" destId="{17927F9C-6AD5-4E81-9C75-186F3965C4A9}" srcOrd="0" destOrd="0" presId="urn:microsoft.com/office/officeart/2008/layout/VerticalCircleList"/>
    <dgm:cxn modelId="{6DDB88E8-C0C7-41F9-BC3F-E36CB76E54F6}" type="presOf" srcId="{920CE5EE-2853-4DBA-8A49-D0CFDBA4BE27}" destId="{529B3C64-206A-47D9-AB77-B56794501529}" srcOrd="0" destOrd="0" presId="urn:microsoft.com/office/officeart/2008/layout/VerticalCircleList"/>
    <dgm:cxn modelId="{EEB48A74-C2E6-4C6E-9E26-849B4792399C}" type="presParOf" srcId="{F4676FCB-F71F-4BDC-9809-67B037931C2A}" destId="{10C2F00D-F9D5-40AF-B917-6E83371590FD}" srcOrd="0" destOrd="0" presId="urn:microsoft.com/office/officeart/2008/layout/VerticalCircleList"/>
    <dgm:cxn modelId="{3B713551-FA11-4B49-B545-4E944DD9FE37}" type="presParOf" srcId="{10C2F00D-F9D5-40AF-B917-6E83371590FD}" destId="{AA69AAEA-5E99-45CD-8D3F-42576D921C91}" srcOrd="0" destOrd="0" presId="urn:microsoft.com/office/officeart/2008/layout/VerticalCircleList"/>
    <dgm:cxn modelId="{B996D220-ED77-44A5-817A-91A39C19C451}" type="presParOf" srcId="{10C2F00D-F9D5-40AF-B917-6E83371590FD}" destId="{0C330B3D-192B-4A60-B09C-79BD27E9E503}" srcOrd="1" destOrd="0" presId="urn:microsoft.com/office/officeart/2008/layout/VerticalCircleList"/>
    <dgm:cxn modelId="{6251CCB2-4E8F-4AA1-B262-055ED96DC1B6}" type="presParOf" srcId="{10C2F00D-F9D5-40AF-B917-6E83371590FD}" destId="{529B3C64-206A-47D9-AB77-B56794501529}" srcOrd="2" destOrd="0" presId="urn:microsoft.com/office/officeart/2008/layout/VerticalCircleList"/>
    <dgm:cxn modelId="{9ED3ADCF-671B-4248-95A6-1EE4A7AAF007}" type="presParOf" srcId="{10C2F00D-F9D5-40AF-B917-6E83371590FD}" destId="{F668AF8C-628B-45E4-9D58-E3AB38AD8D68}" srcOrd="3" destOrd="0" presId="urn:microsoft.com/office/officeart/2008/layout/VerticalCircleList"/>
    <dgm:cxn modelId="{43888C9A-8B9C-4F42-A52D-78FE63D0A9B7}" type="presParOf" srcId="{F668AF8C-628B-45E4-9D58-E3AB38AD8D68}" destId="{17927F9C-6AD5-4E81-9C75-186F3965C4A9}" srcOrd="0" destOrd="0" presId="urn:microsoft.com/office/officeart/2008/layout/VerticalCircleList"/>
    <dgm:cxn modelId="{86EDBB82-7CFC-45A6-B346-28AB35524629}" type="presParOf" srcId="{F668AF8C-628B-45E4-9D58-E3AB38AD8D68}" destId="{A0AE8418-AA31-44F1-A22B-90DD6FB53E1E}" srcOrd="1" destOrd="0" presId="urn:microsoft.com/office/officeart/2008/layout/VerticalCircleList"/>
    <dgm:cxn modelId="{CF4E6742-3A65-4B2A-9E39-FF0005A1BA38}" type="presParOf" srcId="{F668AF8C-628B-45E4-9D58-E3AB38AD8D68}" destId="{7D463665-313B-458E-875D-CA5D0C4CD342}" srcOrd="2" destOrd="0" presId="urn:microsoft.com/office/officeart/2008/layout/VerticalCircleList"/>
    <dgm:cxn modelId="{A8B3EBC7-A57D-4543-AA98-BB6DF9C127EB}" type="presParOf" srcId="{F4676FCB-F71F-4BDC-9809-67B037931C2A}" destId="{E2856250-4E2E-497E-B536-FBC4941D63FE}" srcOrd="1" destOrd="0" presId="urn:microsoft.com/office/officeart/2008/layout/VerticalCircleList"/>
    <dgm:cxn modelId="{EA33FCF5-C842-4DD8-91FB-1B0CACD1E80F}" type="presParOf" srcId="{F4676FCB-F71F-4BDC-9809-67B037931C2A}" destId="{7ED73441-FEF0-4DB1-BDA3-5A8600C840D9}" srcOrd="2" destOrd="0" presId="urn:microsoft.com/office/officeart/2008/layout/VerticalCircleList"/>
    <dgm:cxn modelId="{4415311B-C673-471F-ABE7-EE5C60D90665}" type="presParOf" srcId="{7ED73441-FEF0-4DB1-BDA3-5A8600C840D9}" destId="{E6D40579-5CD3-4189-90B6-D1E941FBDA11}" srcOrd="0" destOrd="0" presId="urn:microsoft.com/office/officeart/2008/layout/VerticalCircleList"/>
    <dgm:cxn modelId="{7A91EC5E-D468-4558-8D92-BB29D1707FC9}" type="presParOf" srcId="{7ED73441-FEF0-4DB1-BDA3-5A8600C840D9}" destId="{E8B1F75E-A341-4055-8C16-E3004725E050}" srcOrd="1" destOrd="0" presId="urn:microsoft.com/office/officeart/2008/layout/VerticalCircleList"/>
    <dgm:cxn modelId="{6BB7B27F-A666-457F-BCE5-538CB1629E4C}" type="presParOf" srcId="{7ED73441-FEF0-4DB1-BDA3-5A8600C840D9}" destId="{E876A35A-78AA-4DB3-BB14-0E5CE892380B}" srcOrd="2" destOrd="0" presId="urn:microsoft.com/office/officeart/2008/layout/VerticalCircleList"/>
    <dgm:cxn modelId="{066598C4-181D-4F77-8DFC-3E5CEA7652C3}" type="presParOf" srcId="{7ED73441-FEF0-4DB1-BDA3-5A8600C840D9}" destId="{43916D4D-5C16-4C42-AAEF-BE23C2BDFD16}" srcOrd="3" destOrd="0" presId="urn:microsoft.com/office/officeart/2008/layout/VerticalCircleList"/>
    <dgm:cxn modelId="{01CD7650-FED3-4495-93ED-523A66F87C9D}" type="presParOf" srcId="{43916D4D-5C16-4C42-AAEF-BE23C2BDFD16}" destId="{A4B8CBF4-1BDC-449B-9E60-52857273604B}" srcOrd="0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4252F9B-E293-4E4D-89C0-8B7AEFB48418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4EF1D0F-1AF9-46A4-8227-24CAF76BE58D}">
      <dgm:prSet phldrT="[Text]"/>
      <dgm:spPr/>
      <dgm:t>
        <a:bodyPr/>
        <a:lstStyle/>
        <a:p>
          <a:r>
            <a:rPr lang="en-GB" b="1" dirty="0"/>
            <a:t>Hypothesis</a:t>
          </a:r>
        </a:p>
      </dgm:t>
    </dgm:pt>
    <dgm:pt modelId="{B5791B95-67AA-416F-983D-4A8BBD44C183}" type="parTrans" cxnId="{52C127A1-822B-4023-AFCF-940504EBB3EF}">
      <dgm:prSet/>
      <dgm:spPr/>
      <dgm:t>
        <a:bodyPr/>
        <a:lstStyle/>
        <a:p>
          <a:endParaRPr lang="en-GB"/>
        </a:p>
      </dgm:t>
    </dgm:pt>
    <dgm:pt modelId="{311768BA-3BEA-455C-93C1-6C027185BF30}" type="sibTrans" cxnId="{52C127A1-822B-4023-AFCF-940504EBB3EF}">
      <dgm:prSet/>
      <dgm:spPr/>
      <dgm:t>
        <a:bodyPr/>
        <a:lstStyle/>
        <a:p>
          <a:endParaRPr lang="en-GB"/>
        </a:p>
      </dgm:t>
    </dgm:pt>
    <dgm:pt modelId="{BEB08E6A-42AE-4210-9AC2-397D8C5470F7}">
      <dgm:prSet phldrT="[Text]"/>
      <dgm:spPr/>
      <dgm:t>
        <a:bodyPr/>
        <a:lstStyle/>
        <a:p>
          <a:r>
            <a:rPr lang="en-GB" dirty="0"/>
            <a:t> By fine-tuning machine learning models, we can boost accuracy and clearly identify which weather variables most affect the climate predictions.</a:t>
          </a:r>
        </a:p>
      </dgm:t>
    </dgm:pt>
    <dgm:pt modelId="{C5D1181E-D987-4AD0-84B1-8AEE92B2D801}" type="parTrans" cxnId="{8B0AF92F-1B33-4ECB-8F7F-034AFFDDFDBA}">
      <dgm:prSet/>
      <dgm:spPr/>
      <dgm:t>
        <a:bodyPr/>
        <a:lstStyle/>
        <a:p>
          <a:endParaRPr lang="en-GB"/>
        </a:p>
      </dgm:t>
    </dgm:pt>
    <dgm:pt modelId="{AE1D2A6D-EC2B-4B04-B506-1F41DE2374A4}" type="sibTrans" cxnId="{8B0AF92F-1B33-4ECB-8F7F-034AFFDDFDBA}">
      <dgm:prSet/>
      <dgm:spPr/>
      <dgm:t>
        <a:bodyPr/>
        <a:lstStyle/>
        <a:p>
          <a:endParaRPr lang="en-GB"/>
        </a:p>
      </dgm:t>
    </dgm:pt>
    <dgm:pt modelId="{9E93C52F-C0B8-4E12-99F0-A8B875A03D78}">
      <dgm:prSet phldrT="[Text]"/>
      <dgm:spPr/>
      <dgm:t>
        <a:bodyPr/>
        <a:lstStyle/>
        <a:p>
          <a:r>
            <a:rPr lang="en-GB" b="1" dirty="0"/>
            <a:t>Objective</a:t>
          </a:r>
        </a:p>
      </dgm:t>
    </dgm:pt>
    <dgm:pt modelId="{09303870-2DB6-42A9-9C86-AE20AA7AC953}" type="parTrans" cxnId="{539B4DE3-4F33-4A00-8E20-7D536DE13B01}">
      <dgm:prSet/>
      <dgm:spPr/>
      <dgm:t>
        <a:bodyPr/>
        <a:lstStyle/>
        <a:p>
          <a:endParaRPr lang="en-GB"/>
        </a:p>
      </dgm:t>
    </dgm:pt>
    <dgm:pt modelId="{A9EA3119-CAB6-468B-82E3-092E9F047F08}" type="sibTrans" cxnId="{539B4DE3-4F33-4A00-8E20-7D536DE13B01}">
      <dgm:prSet/>
      <dgm:spPr/>
      <dgm:t>
        <a:bodyPr/>
        <a:lstStyle/>
        <a:p>
          <a:endParaRPr lang="en-GB"/>
        </a:p>
      </dgm:t>
    </dgm:pt>
    <dgm:pt modelId="{ED3C2D54-1864-4ABA-8316-ACB411B830B3}">
      <dgm:prSet phldrT="[Text]"/>
      <dgm:spPr/>
      <dgm:t>
        <a:bodyPr/>
        <a:lstStyle/>
        <a:p>
          <a:r>
            <a:rPr lang="en-GB" dirty="0"/>
            <a:t> To improve model performance and reveal which features (e.g. temperature, pressure, radiation) are the strongest indicators of climate-related risks across European regions.</a:t>
          </a:r>
        </a:p>
      </dgm:t>
    </dgm:pt>
    <dgm:pt modelId="{11F8E9A4-1039-4D03-A1E4-5766F6E7D91F}" type="parTrans" cxnId="{ED571B26-DAAE-40A4-92E9-90D6C448E723}">
      <dgm:prSet/>
      <dgm:spPr/>
      <dgm:t>
        <a:bodyPr/>
        <a:lstStyle/>
        <a:p>
          <a:endParaRPr lang="en-GB"/>
        </a:p>
      </dgm:t>
    </dgm:pt>
    <dgm:pt modelId="{C51915DF-4A7D-42AC-9AEA-96781DB0FBA3}" type="sibTrans" cxnId="{ED571B26-DAAE-40A4-92E9-90D6C448E723}">
      <dgm:prSet/>
      <dgm:spPr/>
      <dgm:t>
        <a:bodyPr/>
        <a:lstStyle/>
        <a:p>
          <a:endParaRPr lang="en-GB"/>
        </a:p>
      </dgm:t>
    </dgm:pt>
    <dgm:pt modelId="{BEEDBCC7-14CC-4DAD-9DA5-AD7ED73D942F}">
      <dgm:prSet phldrT="[Text]"/>
      <dgm:spPr/>
      <dgm:t>
        <a:bodyPr/>
        <a:lstStyle/>
        <a:p>
          <a:r>
            <a:rPr lang="en-GB" b="1" dirty="0"/>
            <a:t>Approach</a:t>
          </a:r>
        </a:p>
      </dgm:t>
    </dgm:pt>
    <dgm:pt modelId="{F6EBDC40-0A4D-42F7-90BC-3640A6626B50}" type="parTrans" cxnId="{9F00CC91-3D2D-4AE7-8D4A-544BA13433BC}">
      <dgm:prSet/>
      <dgm:spPr/>
      <dgm:t>
        <a:bodyPr/>
        <a:lstStyle/>
        <a:p>
          <a:endParaRPr lang="en-GB"/>
        </a:p>
      </dgm:t>
    </dgm:pt>
    <dgm:pt modelId="{EBE71DC8-7592-4320-B607-6CE7FEE1270E}" type="sibTrans" cxnId="{9F00CC91-3D2D-4AE7-8D4A-544BA13433BC}">
      <dgm:prSet/>
      <dgm:spPr/>
      <dgm:t>
        <a:bodyPr/>
        <a:lstStyle/>
        <a:p>
          <a:endParaRPr lang="en-GB"/>
        </a:p>
      </dgm:t>
    </dgm:pt>
    <dgm:pt modelId="{41BFDED2-7E02-400C-AFC7-C04511A1BE49}">
      <dgm:prSet phldrT="[Text]"/>
      <dgm:spPr/>
      <dgm:t>
        <a:bodyPr/>
        <a:lstStyle/>
        <a:p>
          <a:r>
            <a:rPr lang="en-GB" dirty="0"/>
            <a:t> Use hyperparameter optimisation and Random Forest and CNN models (e.g. grid search, Bayesian tuning).</a:t>
          </a:r>
        </a:p>
      </dgm:t>
    </dgm:pt>
    <dgm:pt modelId="{76FB191F-A741-4EB0-80E6-124384FE9702}" type="parTrans" cxnId="{E4EB7710-D0AD-49CD-B3CB-887DE8AA0C0A}">
      <dgm:prSet/>
      <dgm:spPr/>
      <dgm:t>
        <a:bodyPr/>
        <a:lstStyle/>
        <a:p>
          <a:endParaRPr lang="en-GB"/>
        </a:p>
      </dgm:t>
    </dgm:pt>
    <dgm:pt modelId="{CDA60B94-3716-4F3A-ACA3-556ADE554954}" type="sibTrans" cxnId="{E4EB7710-D0AD-49CD-B3CB-887DE8AA0C0A}">
      <dgm:prSet/>
      <dgm:spPr/>
      <dgm:t>
        <a:bodyPr/>
        <a:lstStyle/>
        <a:p>
          <a:endParaRPr lang="en-GB"/>
        </a:p>
      </dgm:t>
    </dgm:pt>
    <dgm:pt modelId="{23480FEA-EDBB-4489-8BF2-668A9572299C}">
      <dgm:prSet phldrT="[Text]"/>
      <dgm:spPr/>
      <dgm:t>
        <a:bodyPr/>
        <a:lstStyle/>
        <a:p>
          <a:r>
            <a:rPr lang="en-GB" dirty="0"/>
            <a:t> Compare model performance before and after tuning, focusing on accuracy and key feature insights.</a:t>
          </a:r>
        </a:p>
      </dgm:t>
    </dgm:pt>
    <dgm:pt modelId="{60F58BD6-982D-4D86-87E0-4207439B0B98}" type="parTrans" cxnId="{E0EC7D9C-356F-4199-8419-60BB3A2E2D1C}">
      <dgm:prSet/>
      <dgm:spPr/>
      <dgm:t>
        <a:bodyPr/>
        <a:lstStyle/>
        <a:p>
          <a:endParaRPr lang="en-GB"/>
        </a:p>
      </dgm:t>
    </dgm:pt>
    <dgm:pt modelId="{C5651972-5EE1-43D4-B80F-C14CF63FDD80}" type="sibTrans" cxnId="{E0EC7D9C-356F-4199-8419-60BB3A2E2D1C}">
      <dgm:prSet/>
      <dgm:spPr/>
      <dgm:t>
        <a:bodyPr/>
        <a:lstStyle/>
        <a:p>
          <a:endParaRPr lang="en-GB"/>
        </a:p>
      </dgm:t>
    </dgm:pt>
    <dgm:pt modelId="{A7AA2064-A430-4A1D-A17D-7F436EFEABAB}">
      <dgm:prSet phldrT="[Text]"/>
      <dgm:spPr/>
      <dgm:t>
        <a:bodyPr/>
        <a:lstStyle/>
        <a:p>
          <a:r>
            <a:rPr lang="en-GB" b="1" dirty="0"/>
            <a:t>Results</a:t>
          </a:r>
        </a:p>
      </dgm:t>
    </dgm:pt>
    <dgm:pt modelId="{10E9A84F-171B-4B53-831C-D5E84E44F026}" type="parTrans" cxnId="{1FC0E59C-629E-402E-8E18-C0E869408697}">
      <dgm:prSet/>
      <dgm:spPr/>
      <dgm:t>
        <a:bodyPr/>
        <a:lstStyle/>
        <a:p>
          <a:endParaRPr lang="en-GB"/>
        </a:p>
      </dgm:t>
    </dgm:pt>
    <dgm:pt modelId="{06DB4383-31FD-41F4-9D6F-604C45A56341}" type="sibTrans" cxnId="{1FC0E59C-629E-402E-8E18-C0E869408697}">
      <dgm:prSet/>
      <dgm:spPr/>
      <dgm:t>
        <a:bodyPr/>
        <a:lstStyle/>
        <a:p>
          <a:endParaRPr lang="en-GB"/>
        </a:p>
      </dgm:t>
    </dgm:pt>
    <dgm:pt modelId="{B4731E67-AA69-4E25-A94E-39ED1EE3D4D0}">
      <dgm:prSet phldrT="[Text]"/>
      <dgm:spPr/>
      <dgm:t>
        <a:bodyPr/>
        <a:lstStyle/>
        <a:p>
          <a:r>
            <a:rPr lang="en-GB" dirty="0"/>
            <a:t> The accuracy improved significantly across stations:</a:t>
          </a:r>
        </a:p>
      </dgm:t>
    </dgm:pt>
    <dgm:pt modelId="{D5484665-8D21-4C01-A7E4-397CD7297F26}" type="parTrans" cxnId="{C42952AC-3CBC-48D8-9304-70AD7CB37818}">
      <dgm:prSet/>
      <dgm:spPr/>
      <dgm:t>
        <a:bodyPr/>
        <a:lstStyle/>
        <a:p>
          <a:endParaRPr lang="en-GB"/>
        </a:p>
      </dgm:t>
    </dgm:pt>
    <dgm:pt modelId="{79085E74-AEFC-492C-B85E-379278AEB281}" type="sibTrans" cxnId="{C42952AC-3CBC-48D8-9304-70AD7CB37818}">
      <dgm:prSet/>
      <dgm:spPr/>
      <dgm:t>
        <a:bodyPr/>
        <a:lstStyle/>
        <a:p>
          <a:endParaRPr lang="en-GB"/>
        </a:p>
      </dgm:t>
    </dgm:pt>
    <dgm:pt modelId="{8B683517-B5C4-4EC5-A061-13CA89F4339A}">
      <dgm:prSet phldrT="[Text]"/>
      <dgm:spPr/>
      <dgm:t>
        <a:bodyPr/>
        <a:lstStyle/>
        <a:p>
          <a:r>
            <a:rPr lang="en-GB" b="1" dirty="0"/>
            <a:t>Insights</a:t>
          </a:r>
          <a:r>
            <a:rPr lang="en-GB" dirty="0"/>
            <a:t> </a:t>
          </a:r>
        </a:p>
      </dgm:t>
    </dgm:pt>
    <dgm:pt modelId="{92DAAFB1-5D57-49CB-9DF8-79E7BC402A65}" type="parTrans" cxnId="{9F19AEC1-AFE0-44BB-8FEF-E30D65113D87}">
      <dgm:prSet/>
      <dgm:spPr/>
      <dgm:t>
        <a:bodyPr/>
        <a:lstStyle/>
        <a:p>
          <a:endParaRPr lang="en-GB"/>
        </a:p>
      </dgm:t>
    </dgm:pt>
    <dgm:pt modelId="{7A146063-B0C3-4270-B328-FB806F759502}" type="sibTrans" cxnId="{9F19AEC1-AFE0-44BB-8FEF-E30D65113D87}">
      <dgm:prSet/>
      <dgm:spPr/>
      <dgm:t>
        <a:bodyPr/>
        <a:lstStyle/>
        <a:p>
          <a:endParaRPr lang="en-GB"/>
        </a:p>
      </dgm:t>
    </dgm:pt>
    <dgm:pt modelId="{7E1CAE6B-3E77-478A-9BE1-3A8258DA1237}">
      <dgm:prSet/>
      <dgm:spPr/>
      <dgm:t>
        <a:bodyPr/>
        <a:lstStyle/>
        <a:p>
          <a:r>
            <a:rPr lang="en-GB" dirty="0"/>
            <a:t> Hyperparameter tuning revealed </a:t>
          </a:r>
          <a:r>
            <a:rPr lang="en-GB" i="1" dirty="0"/>
            <a:t>more useful and interpretable results</a:t>
          </a:r>
          <a:r>
            <a:rPr lang="en-GB" dirty="0"/>
            <a:t>.</a:t>
          </a:r>
        </a:p>
      </dgm:t>
    </dgm:pt>
    <dgm:pt modelId="{C5447E97-BB57-4CD1-9B9A-E83194D4CAD3}" type="parTrans" cxnId="{3A3C083B-54EB-4E12-919D-66E37546BEA8}">
      <dgm:prSet/>
      <dgm:spPr/>
      <dgm:t>
        <a:bodyPr/>
        <a:lstStyle/>
        <a:p>
          <a:endParaRPr lang="en-GB"/>
        </a:p>
      </dgm:t>
    </dgm:pt>
    <dgm:pt modelId="{BFA0C44B-4BEE-4522-83FA-3B2BF1B42DC0}" type="sibTrans" cxnId="{3A3C083B-54EB-4E12-919D-66E37546BEA8}">
      <dgm:prSet/>
      <dgm:spPr/>
      <dgm:t>
        <a:bodyPr/>
        <a:lstStyle/>
        <a:p>
          <a:endParaRPr lang="en-GB"/>
        </a:p>
      </dgm:t>
    </dgm:pt>
    <dgm:pt modelId="{29A9C8A9-E862-4A30-844D-3EECE7CF19F7}">
      <dgm:prSet phldrT="[Text]"/>
      <dgm:spPr/>
      <dgm:t>
        <a:bodyPr/>
        <a:lstStyle/>
        <a:p>
          <a:r>
            <a:rPr lang="en-GB" dirty="0"/>
            <a:t> Tuning helped spotlight high-impact weather features (e.g. Basel station data, temperature, etc.)</a:t>
          </a:r>
        </a:p>
      </dgm:t>
    </dgm:pt>
    <dgm:pt modelId="{7920AE43-C301-4F40-981C-186CC2F06A11}" type="parTrans" cxnId="{9551C05A-43DA-4ED7-84A0-7289C2F0C5A9}">
      <dgm:prSet/>
      <dgm:spPr/>
      <dgm:t>
        <a:bodyPr/>
        <a:lstStyle/>
        <a:p>
          <a:endParaRPr lang="en-GB"/>
        </a:p>
      </dgm:t>
    </dgm:pt>
    <dgm:pt modelId="{7ED40C4F-0BCA-4361-9CE2-BACD1B6BA5D6}" type="sibTrans" cxnId="{9551C05A-43DA-4ED7-84A0-7289C2F0C5A9}">
      <dgm:prSet/>
      <dgm:spPr/>
      <dgm:t>
        <a:bodyPr/>
        <a:lstStyle/>
        <a:p>
          <a:endParaRPr lang="en-GB"/>
        </a:p>
      </dgm:t>
    </dgm:pt>
    <dgm:pt modelId="{3DC694D8-A29D-459F-A8DE-C968DC386129}">
      <dgm:prSet phldrT="[Text]"/>
      <dgm:spPr/>
      <dgm:t>
        <a:bodyPr/>
        <a:lstStyle/>
        <a:p>
          <a:r>
            <a:rPr lang="en-GB" dirty="0"/>
            <a:t> CNN model rose from 20% to 88% after tuning + Random Forest from 98.69% to 99.74% </a:t>
          </a:r>
        </a:p>
      </dgm:t>
    </dgm:pt>
    <dgm:pt modelId="{9F1732E1-D1CE-4155-8236-84A86328FFC5}" type="parTrans" cxnId="{585D0467-2E98-4C59-9832-D32BCEA91C29}">
      <dgm:prSet/>
      <dgm:spPr/>
      <dgm:t>
        <a:bodyPr/>
        <a:lstStyle/>
        <a:p>
          <a:endParaRPr lang="en-GB"/>
        </a:p>
      </dgm:t>
    </dgm:pt>
    <dgm:pt modelId="{2AD7D29C-A098-4279-93CE-082864FB0382}" type="sibTrans" cxnId="{585D0467-2E98-4C59-9832-D32BCEA91C29}">
      <dgm:prSet/>
      <dgm:spPr/>
      <dgm:t>
        <a:bodyPr/>
        <a:lstStyle/>
        <a:p>
          <a:endParaRPr lang="en-GB"/>
        </a:p>
      </dgm:t>
    </dgm:pt>
    <dgm:pt modelId="{5C9BAA18-F5DE-4D15-9AA0-91A596C753C8}">
      <dgm:prSet/>
      <dgm:spPr/>
      <dgm:t>
        <a:bodyPr/>
        <a:lstStyle/>
        <a:p>
          <a:r>
            <a:rPr lang="en-GB" dirty="0"/>
            <a:t>Certain stations (like Basel) emerged as </a:t>
          </a:r>
          <a:r>
            <a:rPr lang="en-GB" i="1" dirty="0"/>
            <a:t>early warning indictors </a:t>
          </a:r>
          <a:r>
            <a:rPr lang="en-GB" dirty="0"/>
            <a:t>due to strong feature importance.</a:t>
          </a:r>
        </a:p>
      </dgm:t>
    </dgm:pt>
    <dgm:pt modelId="{E938E9DB-AC04-4081-B959-1E8097565BEA}" type="parTrans" cxnId="{285D6711-18A1-447E-9802-832CF53DB711}">
      <dgm:prSet/>
      <dgm:spPr/>
      <dgm:t>
        <a:bodyPr/>
        <a:lstStyle/>
        <a:p>
          <a:endParaRPr lang="en-GB"/>
        </a:p>
      </dgm:t>
    </dgm:pt>
    <dgm:pt modelId="{31AA1A17-ABC9-4D6F-8B0F-0CFE83E190B0}" type="sibTrans" cxnId="{285D6711-18A1-447E-9802-832CF53DB711}">
      <dgm:prSet/>
      <dgm:spPr/>
      <dgm:t>
        <a:bodyPr/>
        <a:lstStyle/>
        <a:p>
          <a:endParaRPr lang="en-GB"/>
        </a:p>
      </dgm:t>
    </dgm:pt>
    <dgm:pt modelId="{2E817584-F1BB-4BFA-9007-DC2AF9413FE9}" type="pres">
      <dgm:prSet presAssocID="{44252F9B-E293-4E4D-89C0-8B7AEFB48418}" presName="linearFlow" presStyleCnt="0">
        <dgm:presLayoutVars>
          <dgm:dir/>
          <dgm:animLvl val="lvl"/>
          <dgm:resizeHandles val="exact"/>
        </dgm:presLayoutVars>
      </dgm:prSet>
      <dgm:spPr/>
    </dgm:pt>
    <dgm:pt modelId="{ABF8561D-7A12-423A-BB37-779D8136F947}" type="pres">
      <dgm:prSet presAssocID="{94EF1D0F-1AF9-46A4-8227-24CAF76BE58D}" presName="composite" presStyleCnt="0"/>
      <dgm:spPr/>
    </dgm:pt>
    <dgm:pt modelId="{3EAC4C93-1C1F-4523-86B6-9DA6FE7C68CD}" type="pres">
      <dgm:prSet presAssocID="{94EF1D0F-1AF9-46A4-8227-24CAF76BE58D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39E3ABC4-13A8-425A-8C5B-02DC7717B429}" type="pres">
      <dgm:prSet presAssocID="{94EF1D0F-1AF9-46A4-8227-24CAF76BE58D}" presName="descendantText" presStyleLbl="alignAcc1" presStyleIdx="0" presStyleCnt="5">
        <dgm:presLayoutVars>
          <dgm:bulletEnabled val="1"/>
        </dgm:presLayoutVars>
      </dgm:prSet>
      <dgm:spPr/>
    </dgm:pt>
    <dgm:pt modelId="{5CE72754-71EA-4BEA-B553-F2AEA02907DE}" type="pres">
      <dgm:prSet presAssocID="{311768BA-3BEA-455C-93C1-6C027185BF30}" presName="sp" presStyleCnt="0"/>
      <dgm:spPr/>
    </dgm:pt>
    <dgm:pt modelId="{D1A86968-52F2-489D-8630-44A433C53948}" type="pres">
      <dgm:prSet presAssocID="{9E93C52F-C0B8-4E12-99F0-A8B875A03D78}" presName="composite" presStyleCnt="0"/>
      <dgm:spPr/>
    </dgm:pt>
    <dgm:pt modelId="{E3A87621-99A5-4068-8614-F11F1384538F}" type="pres">
      <dgm:prSet presAssocID="{9E93C52F-C0B8-4E12-99F0-A8B875A03D78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BECF1CC-32A0-4F82-A075-8BA2CAE2E834}" type="pres">
      <dgm:prSet presAssocID="{9E93C52F-C0B8-4E12-99F0-A8B875A03D78}" presName="descendantText" presStyleLbl="alignAcc1" presStyleIdx="1" presStyleCnt="5">
        <dgm:presLayoutVars>
          <dgm:bulletEnabled val="1"/>
        </dgm:presLayoutVars>
      </dgm:prSet>
      <dgm:spPr/>
    </dgm:pt>
    <dgm:pt modelId="{4EA04B9C-7A10-4BC6-B44F-019703FEA7C7}" type="pres">
      <dgm:prSet presAssocID="{A9EA3119-CAB6-468B-82E3-092E9F047F08}" presName="sp" presStyleCnt="0"/>
      <dgm:spPr/>
    </dgm:pt>
    <dgm:pt modelId="{A8F3B67A-D6AD-4CB2-8C2B-65FF18AE25C3}" type="pres">
      <dgm:prSet presAssocID="{BEEDBCC7-14CC-4DAD-9DA5-AD7ED73D942F}" presName="composite" presStyleCnt="0"/>
      <dgm:spPr/>
    </dgm:pt>
    <dgm:pt modelId="{3D0EA41D-DB6C-48E8-A403-349CD7EE6661}" type="pres">
      <dgm:prSet presAssocID="{BEEDBCC7-14CC-4DAD-9DA5-AD7ED73D942F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A1E5A6BC-08D9-4FB1-BF87-B1665A9272C7}" type="pres">
      <dgm:prSet presAssocID="{BEEDBCC7-14CC-4DAD-9DA5-AD7ED73D942F}" presName="descendantText" presStyleLbl="alignAcc1" presStyleIdx="2" presStyleCnt="5">
        <dgm:presLayoutVars>
          <dgm:bulletEnabled val="1"/>
        </dgm:presLayoutVars>
      </dgm:prSet>
      <dgm:spPr/>
    </dgm:pt>
    <dgm:pt modelId="{38EEBAA6-D48D-405F-A8F8-FAD5DC685666}" type="pres">
      <dgm:prSet presAssocID="{EBE71DC8-7592-4320-B607-6CE7FEE1270E}" presName="sp" presStyleCnt="0"/>
      <dgm:spPr/>
    </dgm:pt>
    <dgm:pt modelId="{3D930FB5-828B-4414-B1B4-B59294901656}" type="pres">
      <dgm:prSet presAssocID="{A7AA2064-A430-4A1D-A17D-7F436EFEABAB}" presName="composite" presStyleCnt="0"/>
      <dgm:spPr/>
    </dgm:pt>
    <dgm:pt modelId="{74EAFE87-576D-42CF-855B-B2F2E99DC7BA}" type="pres">
      <dgm:prSet presAssocID="{A7AA2064-A430-4A1D-A17D-7F436EFEABAB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A8A87524-700F-4E33-A22D-0E3A1381D40C}" type="pres">
      <dgm:prSet presAssocID="{A7AA2064-A430-4A1D-A17D-7F436EFEABAB}" presName="descendantText" presStyleLbl="alignAcc1" presStyleIdx="3" presStyleCnt="5">
        <dgm:presLayoutVars>
          <dgm:bulletEnabled val="1"/>
        </dgm:presLayoutVars>
      </dgm:prSet>
      <dgm:spPr/>
    </dgm:pt>
    <dgm:pt modelId="{6A0AF31F-320D-4D0C-AB81-60B8A7648CB4}" type="pres">
      <dgm:prSet presAssocID="{06DB4383-31FD-41F4-9D6F-604C45A56341}" presName="sp" presStyleCnt="0"/>
      <dgm:spPr/>
    </dgm:pt>
    <dgm:pt modelId="{244C8CA9-D47B-4EAC-8459-E0AD4CDB615D}" type="pres">
      <dgm:prSet presAssocID="{8B683517-B5C4-4EC5-A061-13CA89F4339A}" presName="composite" presStyleCnt="0"/>
      <dgm:spPr/>
    </dgm:pt>
    <dgm:pt modelId="{A1A67C0F-8840-4A05-9E06-39150775BE6E}" type="pres">
      <dgm:prSet presAssocID="{8B683517-B5C4-4EC5-A061-13CA89F4339A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869323B4-430C-4C6D-879E-042520F448EA}" type="pres">
      <dgm:prSet presAssocID="{8B683517-B5C4-4EC5-A061-13CA89F4339A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E4EB7710-D0AD-49CD-B3CB-887DE8AA0C0A}" srcId="{BEEDBCC7-14CC-4DAD-9DA5-AD7ED73D942F}" destId="{41BFDED2-7E02-400C-AFC7-C04511A1BE49}" srcOrd="0" destOrd="0" parTransId="{76FB191F-A741-4EB0-80E6-124384FE9702}" sibTransId="{CDA60B94-3716-4F3A-ACA3-556ADE554954}"/>
    <dgm:cxn modelId="{285D6711-18A1-447E-9802-832CF53DB711}" srcId="{8B683517-B5C4-4EC5-A061-13CA89F4339A}" destId="{5C9BAA18-F5DE-4D15-9AA0-91A596C753C8}" srcOrd="1" destOrd="0" parTransId="{E938E9DB-AC04-4081-B959-1E8097565BEA}" sibTransId="{31AA1A17-ABC9-4D6F-8B0F-0CFE83E190B0}"/>
    <dgm:cxn modelId="{60BAD813-C45C-4373-9FD1-2DB9BB1595CA}" type="presOf" srcId="{A7AA2064-A430-4A1D-A17D-7F436EFEABAB}" destId="{74EAFE87-576D-42CF-855B-B2F2E99DC7BA}" srcOrd="0" destOrd="0" presId="urn:microsoft.com/office/officeart/2005/8/layout/chevron2"/>
    <dgm:cxn modelId="{D3DFFF22-A8ED-4294-99D4-AFB9995B33A7}" type="presOf" srcId="{9E93C52F-C0B8-4E12-99F0-A8B875A03D78}" destId="{E3A87621-99A5-4068-8614-F11F1384538F}" srcOrd="0" destOrd="0" presId="urn:microsoft.com/office/officeart/2005/8/layout/chevron2"/>
    <dgm:cxn modelId="{ED571B26-DAAE-40A4-92E9-90D6C448E723}" srcId="{9E93C52F-C0B8-4E12-99F0-A8B875A03D78}" destId="{ED3C2D54-1864-4ABA-8316-ACB411B830B3}" srcOrd="0" destOrd="0" parTransId="{11F8E9A4-1039-4D03-A1E4-5766F6E7D91F}" sibTransId="{C51915DF-4A7D-42AC-9AEA-96781DB0FBA3}"/>
    <dgm:cxn modelId="{8B0AF92F-1B33-4ECB-8F7F-034AFFDDFDBA}" srcId="{94EF1D0F-1AF9-46A4-8227-24CAF76BE58D}" destId="{BEB08E6A-42AE-4210-9AC2-397D8C5470F7}" srcOrd="0" destOrd="0" parTransId="{C5D1181E-D987-4AD0-84B1-8AEE92B2D801}" sibTransId="{AE1D2A6D-EC2B-4B04-B506-1F41DE2374A4}"/>
    <dgm:cxn modelId="{3A3C083B-54EB-4E12-919D-66E37546BEA8}" srcId="{8B683517-B5C4-4EC5-A061-13CA89F4339A}" destId="{7E1CAE6B-3E77-478A-9BE1-3A8258DA1237}" srcOrd="0" destOrd="0" parTransId="{C5447E97-BB57-4CD1-9B9A-E83194D4CAD3}" sibTransId="{BFA0C44B-4BEE-4522-83FA-3B2BF1B42DC0}"/>
    <dgm:cxn modelId="{8DD11F5D-D5FD-43A5-AEE1-EC5EC240776E}" type="presOf" srcId="{BEB08E6A-42AE-4210-9AC2-397D8C5470F7}" destId="{39E3ABC4-13A8-425A-8C5B-02DC7717B429}" srcOrd="0" destOrd="0" presId="urn:microsoft.com/office/officeart/2005/8/layout/chevron2"/>
    <dgm:cxn modelId="{2776F75D-C3CA-49BD-8B84-D76597ED1B86}" type="presOf" srcId="{41BFDED2-7E02-400C-AFC7-C04511A1BE49}" destId="{A1E5A6BC-08D9-4FB1-BF87-B1665A9272C7}" srcOrd="0" destOrd="0" presId="urn:microsoft.com/office/officeart/2005/8/layout/chevron2"/>
    <dgm:cxn modelId="{ED86C066-8C2E-4365-A6C9-C919BFDEFC0D}" type="presOf" srcId="{B4731E67-AA69-4E25-A94E-39ED1EE3D4D0}" destId="{A8A87524-700F-4E33-A22D-0E3A1381D40C}" srcOrd="0" destOrd="0" presId="urn:microsoft.com/office/officeart/2005/8/layout/chevron2"/>
    <dgm:cxn modelId="{585D0467-2E98-4C59-9832-D32BCEA91C29}" srcId="{B4731E67-AA69-4E25-A94E-39ED1EE3D4D0}" destId="{3DC694D8-A29D-459F-A8DE-C968DC386129}" srcOrd="0" destOrd="0" parTransId="{9F1732E1-D1CE-4155-8236-84A86328FFC5}" sibTransId="{2AD7D29C-A098-4279-93CE-082864FB0382}"/>
    <dgm:cxn modelId="{09675C6F-C25D-4D3E-8D9F-C22062AB2363}" type="presOf" srcId="{5C9BAA18-F5DE-4D15-9AA0-91A596C753C8}" destId="{869323B4-430C-4C6D-879E-042520F448EA}" srcOrd="0" destOrd="1" presId="urn:microsoft.com/office/officeart/2005/8/layout/chevron2"/>
    <dgm:cxn modelId="{9551C05A-43DA-4ED7-84A0-7289C2F0C5A9}" srcId="{A7AA2064-A430-4A1D-A17D-7F436EFEABAB}" destId="{29A9C8A9-E862-4A30-844D-3EECE7CF19F7}" srcOrd="1" destOrd="0" parTransId="{7920AE43-C301-4F40-981C-186CC2F06A11}" sibTransId="{7ED40C4F-0BCA-4361-9CE2-BACD1B6BA5D6}"/>
    <dgm:cxn modelId="{1550A489-F2C7-443B-8A77-37583ADCA539}" type="presOf" srcId="{44252F9B-E293-4E4D-89C0-8B7AEFB48418}" destId="{2E817584-F1BB-4BFA-9007-DC2AF9413FE9}" srcOrd="0" destOrd="0" presId="urn:microsoft.com/office/officeart/2005/8/layout/chevron2"/>
    <dgm:cxn modelId="{9F00CC91-3D2D-4AE7-8D4A-544BA13433BC}" srcId="{44252F9B-E293-4E4D-89C0-8B7AEFB48418}" destId="{BEEDBCC7-14CC-4DAD-9DA5-AD7ED73D942F}" srcOrd="2" destOrd="0" parTransId="{F6EBDC40-0A4D-42F7-90BC-3640A6626B50}" sibTransId="{EBE71DC8-7592-4320-B607-6CE7FEE1270E}"/>
    <dgm:cxn modelId="{84BBE898-9CB9-44D4-8A86-E75334BC2872}" type="presOf" srcId="{23480FEA-EDBB-4489-8BF2-668A9572299C}" destId="{A1E5A6BC-08D9-4FB1-BF87-B1665A9272C7}" srcOrd="0" destOrd="1" presId="urn:microsoft.com/office/officeart/2005/8/layout/chevron2"/>
    <dgm:cxn modelId="{E0EC7D9C-356F-4199-8419-60BB3A2E2D1C}" srcId="{BEEDBCC7-14CC-4DAD-9DA5-AD7ED73D942F}" destId="{23480FEA-EDBB-4489-8BF2-668A9572299C}" srcOrd="1" destOrd="0" parTransId="{60F58BD6-982D-4D86-87E0-4207439B0B98}" sibTransId="{C5651972-5EE1-43D4-B80F-C14CF63FDD80}"/>
    <dgm:cxn modelId="{1FC0E59C-629E-402E-8E18-C0E869408697}" srcId="{44252F9B-E293-4E4D-89C0-8B7AEFB48418}" destId="{A7AA2064-A430-4A1D-A17D-7F436EFEABAB}" srcOrd="3" destOrd="0" parTransId="{10E9A84F-171B-4B53-831C-D5E84E44F026}" sibTransId="{06DB4383-31FD-41F4-9D6F-604C45A56341}"/>
    <dgm:cxn modelId="{52C127A1-822B-4023-AFCF-940504EBB3EF}" srcId="{44252F9B-E293-4E4D-89C0-8B7AEFB48418}" destId="{94EF1D0F-1AF9-46A4-8227-24CAF76BE58D}" srcOrd="0" destOrd="0" parTransId="{B5791B95-67AA-416F-983D-4A8BBD44C183}" sibTransId="{311768BA-3BEA-455C-93C1-6C027185BF30}"/>
    <dgm:cxn modelId="{F4013AA1-D53D-4BE8-BE52-AB0712A1924A}" type="presOf" srcId="{7E1CAE6B-3E77-478A-9BE1-3A8258DA1237}" destId="{869323B4-430C-4C6D-879E-042520F448EA}" srcOrd="0" destOrd="0" presId="urn:microsoft.com/office/officeart/2005/8/layout/chevron2"/>
    <dgm:cxn modelId="{C42952AC-3CBC-48D8-9304-70AD7CB37818}" srcId="{A7AA2064-A430-4A1D-A17D-7F436EFEABAB}" destId="{B4731E67-AA69-4E25-A94E-39ED1EE3D4D0}" srcOrd="0" destOrd="0" parTransId="{D5484665-8D21-4C01-A7E4-397CD7297F26}" sibTransId="{79085E74-AEFC-492C-B85E-379278AEB281}"/>
    <dgm:cxn modelId="{02DDE4AE-D955-4A9D-B0F2-6D4A08748C00}" type="presOf" srcId="{94EF1D0F-1AF9-46A4-8227-24CAF76BE58D}" destId="{3EAC4C93-1C1F-4523-86B6-9DA6FE7C68CD}" srcOrd="0" destOrd="0" presId="urn:microsoft.com/office/officeart/2005/8/layout/chevron2"/>
    <dgm:cxn modelId="{9F19AEC1-AFE0-44BB-8FEF-E30D65113D87}" srcId="{44252F9B-E293-4E4D-89C0-8B7AEFB48418}" destId="{8B683517-B5C4-4EC5-A061-13CA89F4339A}" srcOrd="4" destOrd="0" parTransId="{92DAAFB1-5D57-49CB-9DF8-79E7BC402A65}" sibTransId="{7A146063-B0C3-4270-B328-FB806F759502}"/>
    <dgm:cxn modelId="{367D47DC-7418-416B-8AD9-5D0734DBD596}" type="presOf" srcId="{3DC694D8-A29D-459F-A8DE-C968DC386129}" destId="{A8A87524-700F-4E33-A22D-0E3A1381D40C}" srcOrd="0" destOrd="1" presId="urn:microsoft.com/office/officeart/2005/8/layout/chevron2"/>
    <dgm:cxn modelId="{539B4DE3-4F33-4A00-8E20-7D536DE13B01}" srcId="{44252F9B-E293-4E4D-89C0-8B7AEFB48418}" destId="{9E93C52F-C0B8-4E12-99F0-A8B875A03D78}" srcOrd="1" destOrd="0" parTransId="{09303870-2DB6-42A9-9C86-AE20AA7AC953}" sibTransId="{A9EA3119-CAB6-468B-82E3-092E9F047F08}"/>
    <dgm:cxn modelId="{EBE615E4-F908-40E7-8DE5-FEF42C1CCB46}" type="presOf" srcId="{8B683517-B5C4-4EC5-A061-13CA89F4339A}" destId="{A1A67C0F-8840-4A05-9E06-39150775BE6E}" srcOrd="0" destOrd="0" presId="urn:microsoft.com/office/officeart/2005/8/layout/chevron2"/>
    <dgm:cxn modelId="{91861CF0-C792-40C8-A8A2-2BD1E561068E}" type="presOf" srcId="{BEEDBCC7-14CC-4DAD-9DA5-AD7ED73D942F}" destId="{3D0EA41D-DB6C-48E8-A403-349CD7EE6661}" srcOrd="0" destOrd="0" presId="urn:microsoft.com/office/officeart/2005/8/layout/chevron2"/>
    <dgm:cxn modelId="{E38FE5F9-2F60-43D8-9295-AE039E371C90}" type="presOf" srcId="{29A9C8A9-E862-4A30-844D-3EECE7CF19F7}" destId="{A8A87524-700F-4E33-A22D-0E3A1381D40C}" srcOrd="0" destOrd="2" presId="urn:microsoft.com/office/officeart/2005/8/layout/chevron2"/>
    <dgm:cxn modelId="{4E109EFF-843E-4352-AA53-0385F44180F1}" type="presOf" srcId="{ED3C2D54-1864-4ABA-8316-ACB411B830B3}" destId="{9BECF1CC-32A0-4F82-A075-8BA2CAE2E834}" srcOrd="0" destOrd="0" presId="urn:microsoft.com/office/officeart/2005/8/layout/chevron2"/>
    <dgm:cxn modelId="{C11AB148-1D82-48E1-B7E6-B8D5EBA50632}" type="presParOf" srcId="{2E817584-F1BB-4BFA-9007-DC2AF9413FE9}" destId="{ABF8561D-7A12-423A-BB37-779D8136F947}" srcOrd="0" destOrd="0" presId="urn:microsoft.com/office/officeart/2005/8/layout/chevron2"/>
    <dgm:cxn modelId="{9866AF9B-85DD-483D-8685-F16630F685C1}" type="presParOf" srcId="{ABF8561D-7A12-423A-BB37-779D8136F947}" destId="{3EAC4C93-1C1F-4523-86B6-9DA6FE7C68CD}" srcOrd="0" destOrd="0" presId="urn:microsoft.com/office/officeart/2005/8/layout/chevron2"/>
    <dgm:cxn modelId="{416C4BE4-7167-4206-8F5D-F389D2BD214E}" type="presParOf" srcId="{ABF8561D-7A12-423A-BB37-779D8136F947}" destId="{39E3ABC4-13A8-425A-8C5B-02DC7717B429}" srcOrd="1" destOrd="0" presId="urn:microsoft.com/office/officeart/2005/8/layout/chevron2"/>
    <dgm:cxn modelId="{6035807C-2141-4AE2-B0F9-C6D306081C03}" type="presParOf" srcId="{2E817584-F1BB-4BFA-9007-DC2AF9413FE9}" destId="{5CE72754-71EA-4BEA-B553-F2AEA02907DE}" srcOrd="1" destOrd="0" presId="urn:microsoft.com/office/officeart/2005/8/layout/chevron2"/>
    <dgm:cxn modelId="{F0EBBFDE-3812-4B25-A807-1DB8BACA920F}" type="presParOf" srcId="{2E817584-F1BB-4BFA-9007-DC2AF9413FE9}" destId="{D1A86968-52F2-489D-8630-44A433C53948}" srcOrd="2" destOrd="0" presId="urn:microsoft.com/office/officeart/2005/8/layout/chevron2"/>
    <dgm:cxn modelId="{35DDD15E-1AB8-4B97-AC73-D0887B247540}" type="presParOf" srcId="{D1A86968-52F2-489D-8630-44A433C53948}" destId="{E3A87621-99A5-4068-8614-F11F1384538F}" srcOrd="0" destOrd="0" presId="urn:microsoft.com/office/officeart/2005/8/layout/chevron2"/>
    <dgm:cxn modelId="{8CB051B5-A34E-4792-AD11-79C314649EFE}" type="presParOf" srcId="{D1A86968-52F2-489D-8630-44A433C53948}" destId="{9BECF1CC-32A0-4F82-A075-8BA2CAE2E834}" srcOrd="1" destOrd="0" presId="urn:microsoft.com/office/officeart/2005/8/layout/chevron2"/>
    <dgm:cxn modelId="{D228369A-23A7-48CA-96D9-05512C9483FE}" type="presParOf" srcId="{2E817584-F1BB-4BFA-9007-DC2AF9413FE9}" destId="{4EA04B9C-7A10-4BC6-B44F-019703FEA7C7}" srcOrd="3" destOrd="0" presId="urn:microsoft.com/office/officeart/2005/8/layout/chevron2"/>
    <dgm:cxn modelId="{AD942113-C22B-489F-A7E6-707F9C5BB4A8}" type="presParOf" srcId="{2E817584-F1BB-4BFA-9007-DC2AF9413FE9}" destId="{A8F3B67A-D6AD-4CB2-8C2B-65FF18AE25C3}" srcOrd="4" destOrd="0" presId="urn:microsoft.com/office/officeart/2005/8/layout/chevron2"/>
    <dgm:cxn modelId="{0C471D13-ABEB-4BCE-83A2-160C17A6C3DB}" type="presParOf" srcId="{A8F3B67A-D6AD-4CB2-8C2B-65FF18AE25C3}" destId="{3D0EA41D-DB6C-48E8-A403-349CD7EE6661}" srcOrd="0" destOrd="0" presId="urn:microsoft.com/office/officeart/2005/8/layout/chevron2"/>
    <dgm:cxn modelId="{62A474E2-EAB5-4BE4-B7D9-AE88FD4FF118}" type="presParOf" srcId="{A8F3B67A-D6AD-4CB2-8C2B-65FF18AE25C3}" destId="{A1E5A6BC-08D9-4FB1-BF87-B1665A9272C7}" srcOrd="1" destOrd="0" presId="urn:microsoft.com/office/officeart/2005/8/layout/chevron2"/>
    <dgm:cxn modelId="{EB3F65A3-A437-4DDE-84C3-3845E6626346}" type="presParOf" srcId="{2E817584-F1BB-4BFA-9007-DC2AF9413FE9}" destId="{38EEBAA6-D48D-405F-A8F8-FAD5DC685666}" srcOrd="5" destOrd="0" presId="urn:microsoft.com/office/officeart/2005/8/layout/chevron2"/>
    <dgm:cxn modelId="{35162AC5-B725-4DEA-9684-BA9D4428450F}" type="presParOf" srcId="{2E817584-F1BB-4BFA-9007-DC2AF9413FE9}" destId="{3D930FB5-828B-4414-B1B4-B59294901656}" srcOrd="6" destOrd="0" presId="urn:microsoft.com/office/officeart/2005/8/layout/chevron2"/>
    <dgm:cxn modelId="{1E189AB8-DEE7-4E87-A8DD-6802CFBF3327}" type="presParOf" srcId="{3D930FB5-828B-4414-B1B4-B59294901656}" destId="{74EAFE87-576D-42CF-855B-B2F2E99DC7BA}" srcOrd="0" destOrd="0" presId="urn:microsoft.com/office/officeart/2005/8/layout/chevron2"/>
    <dgm:cxn modelId="{BB738623-E160-4992-8D8F-F147FB7CC01E}" type="presParOf" srcId="{3D930FB5-828B-4414-B1B4-B59294901656}" destId="{A8A87524-700F-4E33-A22D-0E3A1381D40C}" srcOrd="1" destOrd="0" presId="urn:microsoft.com/office/officeart/2005/8/layout/chevron2"/>
    <dgm:cxn modelId="{02DAF791-7A83-4326-9BA7-98F518373977}" type="presParOf" srcId="{2E817584-F1BB-4BFA-9007-DC2AF9413FE9}" destId="{6A0AF31F-320D-4D0C-AB81-60B8A7648CB4}" srcOrd="7" destOrd="0" presId="urn:microsoft.com/office/officeart/2005/8/layout/chevron2"/>
    <dgm:cxn modelId="{26A09916-BFFE-470F-817A-69C5719DEBC0}" type="presParOf" srcId="{2E817584-F1BB-4BFA-9007-DC2AF9413FE9}" destId="{244C8CA9-D47B-4EAC-8459-E0AD4CDB615D}" srcOrd="8" destOrd="0" presId="urn:microsoft.com/office/officeart/2005/8/layout/chevron2"/>
    <dgm:cxn modelId="{B19A2ECA-73F0-4837-9446-39F05608C650}" type="presParOf" srcId="{244C8CA9-D47B-4EAC-8459-E0AD4CDB615D}" destId="{A1A67C0F-8840-4A05-9E06-39150775BE6E}" srcOrd="0" destOrd="0" presId="urn:microsoft.com/office/officeart/2005/8/layout/chevron2"/>
    <dgm:cxn modelId="{C5042018-3070-47DC-A920-AB5A19C1498A}" type="presParOf" srcId="{244C8CA9-D47B-4EAC-8459-E0AD4CDB615D}" destId="{869323B4-430C-4C6D-879E-042520F448E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9FD97CF-55B7-41AF-A80B-22E35EDFBAF7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20CE5EE-2853-4DBA-8A49-D0CFDBA4BE27}">
      <dgm:prSet phldrT="[Text]"/>
      <dgm:spPr/>
      <dgm:t>
        <a:bodyPr/>
        <a:lstStyle/>
        <a:p>
          <a:r>
            <a:rPr lang="en-GB" b="1" dirty="0"/>
            <a:t>Next Steps:</a:t>
          </a:r>
        </a:p>
      </dgm:t>
    </dgm:pt>
    <dgm:pt modelId="{F57E86FC-CA10-4D60-8BDA-54002F23F6F3}" type="parTrans" cxnId="{B58ACE7F-1D4A-451E-981B-56AD0C78F57C}">
      <dgm:prSet/>
      <dgm:spPr/>
      <dgm:t>
        <a:bodyPr/>
        <a:lstStyle/>
        <a:p>
          <a:endParaRPr lang="en-GB"/>
        </a:p>
      </dgm:t>
    </dgm:pt>
    <dgm:pt modelId="{F110A9A1-F3AA-4A69-AE06-9B3F27198AB3}" type="sibTrans" cxnId="{B58ACE7F-1D4A-451E-981B-56AD0C78F57C}">
      <dgm:prSet/>
      <dgm:spPr/>
      <dgm:t>
        <a:bodyPr/>
        <a:lstStyle/>
        <a:p>
          <a:endParaRPr lang="en-GB"/>
        </a:p>
      </dgm:t>
    </dgm:pt>
    <dgm:pt modelId="{297414DB-8A2E-434E-B9D1-92037FCE0F75}">
      <dgm:prSet phldrT="[Text]"/>
      <dgm:spPr/>
      <dgm:t>
        <a:bodyPr/>
        <a:lstStyle/>
        <a:p>
          <a:r>
            <a:rPr lang="en-GB" b="1" dirty="0"/>
            <a:t>The Future:</a:t>
          </a:r>
        </a:p>
      </dgm:t>
    </dgm:pt>
    <dgm:pt modelId="{BF3357AD-8B12-41B4-A4F3-1F020B249943}" type="parTrans" cxnId="{16C40C25-BB01-4870-9022-F3F7AC1A201A}">
      <dgm:prSet/>
      <dgm:spPr/>
      <dgm:t>
        <a:bodyPr/>
        <a:lstStyle/>
        <a:p>
          <a:endParaRPr lang="en-GB"/>
        </a:p>
      </dgm:t>
    </dgm:pt>
    <dgm:pt modelId="{EC093FB9-F8E2-45E3-8502-53A63BFAA224}" type="sibTrans" cxnId="{16C40C25-BB01-4870-9022-F3F7AC1A201A}">
      <dgm:prSet/>
      <dgm:spPr/>
      <dgm:t>
        <a:bodyPr/>
        <a:lstStyle/>
        <a:p>
          <a:endParaRPr lang="en-GB"/>
        </a:p>
      </dgm:t>
    </dgm:pt>
    <dgm:pt modelId="{867EEABD-1413-468D-BD3D-3A0ED52BA98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For future projects, use the results to guide </a:t>
          </a:r>
          <a:r>
            <a:rPr lang="en-GB" i="1" dirty="0"/>
            <a:t>early alerts and policy planning </a:t>
          </a:r>
          <a:r>
            <a:rPr lang="en-GB" dirty="0"/>
            <a:t>across </a:t>
          </a:r>
          <a:r>
            <a:rPr lang="en-GB" dirty="0" err="1"/>
            <a:t>vunerable</a:t>
          </a:r>
          <a:r>
            <a:rPr lang="en-GB" dirty="0"/>
            <a:t> regions</a:t>
          </a:r>
        </a:p>
      </dgm:t>
    </dgm:pt>
    <dgm:pt modelId="{35E13886-C7E8-4810-AB59-CCEECCE1CB12}" type="parTrans" cxnId="{412DEE55-B763-4C3E-8D05-A8CFFC6D575E}">
      <dgm:prSet/>
      <dgm:spPr/>
      <dgm:t>
        <a:bodyPr/>
        <a:lstStyle/>
        <a:p>
          <a:endParaRPr lang="en-GB"/>
        </a:p>
      </dgm:t>
    </dgm:pt>
    <dgm:pt modelId="{F38E7A14-8D36-47C1-B20F-3B2ED4ED44E4}" type="sibTrans" cxnId="{412DEE55-B763-4C3E-8D05-A8CFFC6D575E}">
      <dgm:prSet/>
      <dgm:spPr/>
      <dgm:t>
        <a:bodyPr/>
        <a:lstStyle/>
        <a:p>
          <a:endParaRPr lang="en-GB"/>
        </a:p>
      </dgm:t>
    </dgm:pt>
    <dgm:pt modelId="{6D7E41EE-2D45-4BD8-8ECA-830F81468D9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Expand optimisation to </a:t>
          </a:r>
          <a:r>
            <a:rPr lang="en-GB" i="1" dirty="0"/>
            <a:t>more locations and decades.</a:t>
          </a:r>
        </a:p>
      </dgm:t>
    </dgm:pt>
    <dgm:pt modelId="{B90F60A0-9583-47A5-94A7-30FBFB59ED93}" type="sibTrans" cxnId="{AA22E145-428C-4594-A73C-A34202784F45}">
      <dgm:prSet/>
      <dgm:spPr/>
      <dgm:t>
        <a:bodyPr/>
        <a:lstStyle/>
        <a:p>
          <a:endParaRPr lang="en-GB"/>
        </a:p>
      </dgm:t>
    </dgm:pt>
    <dgm:pt modelId="{C769CABB-1BAF-4591-B9AC-229AE4359AC2}" type="parTrans" cxnId="{AA22E145-428C-4594-A73C-A34202784F45}">
      <dgm:prSet/>
      <dgm:spPr/>
      <dgm:t>
        <a:bodyPr/>
        <a:lstStyle/>
        <a:p>
          <a:endParaRPr lang="en-GB"/>
        </a:p>
      </dgm:t>
    </dgm:pt>
    <dgm:pt modelId="{6B705370-12DD-4776-81EF-1A9ADFD2EBB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Combine tuned models to handle both local patterns and long-term weather shifts.</a:t>
          </a:r>
        </a:p>
      </dgm:t>
    </dgm:pt>
    <dgm:pt modelId="{C1C329BC-34B3-4584-BD40-F6929E43A1BF}" type="parTrans" cxnId="{757A99DE-B9F9-4797-A0AF-748BF830C61E}">
      <dgm:prSet/>
      <dgm:spPr/>
      <dgm:t>
        <a:bodyPr/>
        <a:lstStyle/>
        <a:p>
          <a:endParaRPr lang="en-GB"/>
        </a:p>
      </dgm:t>
    </dgm:pt>
    <dgm:pt modelId="{EE8B0952-9B02-4787-BA5C-981DC46F8A57}" type="sibTrans" cxnId="{757A99DE-B9F9-4797-A0AF-748BF830C61E}">
      <dgm:prSet/>
      <dgm:spPr/>
      <dgm:t>
        <a:bodyPr/>
        <a:lstStyle/>
        <a:p>
          <a:endParaRPr lang="en-GB"/>
        </a:p>
      </dgm:t>
    </dgm:pt>
    <dgm:pt modelId="{F4676FCB-F71F-4BDC-9809-67B037931C2A}" type="pres">
      <dgm:prSet presAssocID="{D9FD97CF-55B7-41AF-A80B-22E35EDFBAF7}" presName="Name0" presStyleCnt="0">
        <dgm:presLayoutVars>
          <dgm:dir/>
        </dgm:presLayoutVars>
      </dgm:prSet>
      <dgm:spPr/>
    </dgm:pt>
    <dgm:pt modelId="{10C2F00D-F9D5-40AF-B917-6E83371590FD}" type="pres">
      <dgm:prSet presAssocID="{920CE5EE-2853-4DBA-8A49-D0CFDBA4BE27}" presName="withChildren" presStyleCnt="0"/>
      <dgm:spPr/>
    </dgm:pt>
    <dgm:pt modelId="{AA69AAEA-5E99-45CD-8D3F-42576D921C91}" type="pres">
      <dgm:prSet presAssocID="{920CE5EE-2853-4DBA-8A49-D0CFDBA4BE27}" presName="bigCircle" presStyleLbl="vennNode1" presStyleIdx="0" presStyleCnt="5"/>
      <dgm:spPr/>
    </dgm:pt>
    <dgm:pt modelId="{0C330B3D-192B-4A60-B09C-79BD27E9E503}" type="pres">
      <dgm:prSet presAssocID="{920CE5EE-2853-4DBA-8A49-D0CFDBA4BE27}" presName="medCircle" presStyleLbl="vennNode1" presStyleIdx="1" presStyleCnt="5"/>
      <dgm:spPr/>
    </dgm:pt>
    <dgm:pt modelId="{529B3C64-206A-47D9-AB77-B56794501529}" type="pres">
      <dgm:prSet presAssocID="{920CE5EE-2853-4DBA-8A49-D0CFDBA4BE27}" presName="txLvl1" presStyleLbl="revTx" presStyleIdx="0" presStyleCnt="5"/>
      <dgm:spPr/>
    </dgm:pt>
    <dgm:pt modelId="{F668AF8C-628B-45E4-9D58-E3AB38AD8D68}" type="pres">
      <dgm:prSet presAssocID="{920CE5EE-2853-4DBA-8A49-D0CFDBA4BE27}" presName="lin" presStyleCnt="0"/>
      <dgm:spPr/>
    </dgm:pt>
    <dgm:pt modelId="{17927F9C-6AD5-4E81-9C75-186F3965C4A9}" type="pres">
      <dgm:prSet presAssocID="{6D7E41EE-2D45-4BD8-8ECA-830F81468D97}" presName="txLvl2" presStyleLbl="revTx" presStyleIdx="1" presStyleCnt="5"/>
      <dgm:spPr/>
    </dgm:pt>
    <dgm:pt modelId="{A0AE8418-AA31-44F1-A22B-90DD6FB53E1E}" type="pres">
      <dgm:prSet presAssocID="{B90F60A0-9583-47A5-94A7-30FBFB59ED93}" presName="smCircle" presStyleLbl="vennNode1" presStyleIdx="2" presStyleCnt="5"/>
      <dgm:spPr/>
    </dgm:pt>
    <dgm:pt modelId="{7D463665-313B-458E-875D-CA5D0C4CD342}" type="pres">
      <dgm:prSet presAssocID="{6B705370-12DD-4776-81EF-1A9ADFD2EBB1}" presName="txLvl2" presStyleLbl="revTx" presStyleIdx="2" presStyleCnt="5"/>
      <dgm:spPr/>
    </dgm:pt>
    <dgm:pt modelId="{E2856250-4E2E-497E-B536-FBC4941D63FE}" type="pres">
      <dgm:prSet presAssocID="{920CE5EE-2853-4DBA-8A49-D0CFDBA4BE27}" presName="overlap" presStyleCnt="0"/>
      <dgm:spPr/>
    </dgm:pt>
    <dgm:pt modelId="{7ED73441-FEF0-4DB1-BDA3-5A8600C840D9}" type="pres">
      <dgm:prSet presAssocID="{297414DB-8A2E-434E-B9D1-92037FCE0F75}" presName="withChildren" presStyleCnt="0"/>
      <dgm:spPr/>
    </dgm:pt>
    <dgm:pt modelId="{E6D40579-5CD3-4189-90B6-D1E941FBDA11}" type="pres">
      <dgm:prSet presAssocID="{297414DB-8A2E-434E-B9D1-92037FCE0F75}" presName="bigCircle" presStyleLbl="vennNode1" presStyleIdx="3" presStyleCnt="5"/>
      <dgm:spPr/>
    </dgm:pt>
    <dgm:pt modelId="{E8B1F75E-A341-4055-8C16-E3004725E050}" type="pres">
      <dgm:prSet presAssocID="{297414DB-8A2E-434E-B9D1-92037FCE0F75}" presName="medCircle" presStyleLbl="vennNode1" presStyleIdx="4" presStyleCnt="5"/>
      <dgm:spPr/>
    </dgm:pt>
    <dgm:pt modelId="{E876A35A-78AA-4DB3-BB14-0E5CE892380B}" type="pres">
      <dgm:prSet presAssocID="{297414DB-8A2E-434E-B9D1-92037FCE0F75}" presName="txLvl1" presStyleLbl="revTx" presStyleIdx="3" presStyleCnt="5"/>
      <dgm:spPr/>
    </dgm:pt>
    <dgm:pt modelId="{43916D4D-5C16-4C42-AAEF-BE23C2BDFD16}" type="pres">
      <dgm:prSet presAssocID="{297414DB-8A2E-434E-B9D1-92037FCE0F75}" presName="lin" presStyleCnt="0"/>
      <dgm:spPr/>
    </dgm:pt>
    <dgm:pt modelId="{A4B8CBF4-1BDC-449B-9E60-52857273604B}" type="pres">
      <dgm:prSet presAssocID="{867EEABD-1413-468D-BD3D-3A0ED52BA981}" presName="txLvl2" presStyleLbl="revTx" presStyleIdx="4" presStyleCnt="5"/>
      <dgm:spPr/>
    </dgm:pt>
  </dgm:ptLst>
  <dgm:cxnLst>
    <dgm:cxn modelId="{C3D96422-FD27-4C9B-B901-55F7E2768E01}" type="presOf" srcId="{6B705370-12DD-4776-81EF-1A9ADFD2EBB1}" destId="{7D463665-313B-458E-875D-CA5D0C4CD342}" srcOrd="0" destOrd="0" presId="urn:microsoft.com/office/officeart/2008/layout/VerticalCircleList"/>
    <dgm:cxn modelId="{16C40C25-BB01-4870-9022-F3F7AC1A201A}" srcId="{D9FD97CF-55B7-41AF-A80B-22E35EDFBAF7}" destId="{297414DB-8A2E-434E-B9D1-92037FCE0F75}" srcOrd="1" destOrd="0" parTransId="{BF3357AD-8B12-41B4-A4F3-1F020B249943}" sibTransId="{EC093FB9-F8E2-45E3-8502-53A63BFAA224}"/>
    <dgm:cxn modelId="{C8608C2D-019E-470C-8807-8A6118AE1F75}" type="presOf" srcId="{D9FD97CF-55B7-41AF-A80B-22E35EDFBAF7}" destId="{F4676FCB-F71F-4BDC-9809-67B037931C2A}" srcOrd="0" destOrd="0" presId="urn:microsoft.com/office/officeart/2008/layout/VerticalCircleList"/>
    <dgm:cxn modelId="{2AAD155C-6C64-4245-8F81-BD9F24CD9D32}" type="presOf" srcId="{867EEABD-1413-468D-BD3D-3A0ED52BA981}" destId="{A4B8CBF4-1BDC-449B-9E60-52857273604B}" srcOrd="0" destOrd="0" presId="urn:microsoft.com/office/officeart/2008/layout/VerticalCircleList"/>
    <dgm:cxn modelId="{AA22E145-428C-4594-A73C-A34202784F45}" srcId="{920CE5EE-2853-4DBA-8A49-D0CFDBA4BE27}" destId="{6D7E41EE-2D45-4BD8-8ECA-830F81468D97}" srcOrd="0" destOrd="0" parTransId="{C769CABB-1BAF-4591-B9AC-229AE4359AC2}" sibTransId="{B90F60A0-9583-47A5-94A7-30FBFB59ED93}"/>
    <dgm:cxn modelId="{412DEE55-B763-4C3E-8D05-A8CFFC6D575E}" srcId="{297414DB-8A2E-434E-B9D1-92037FCE0F75}" destId="{867EEABD-1413-468D-BD3D-3A0ED52BA981}" srcOrd="0" destOrd="0" parTransId="{35E13886-C7E8-4810-AB59-CCEECCE1CB12}" sibTransId="{F38E7A14-8D36-47C1-B20F-3B2ED4ED44E4}"/>
    <dgm:cxn modelId="{B58ACE7F-1D4A-451E-981B-56AD0C78F57C}" srcId="{D9FD97CF-55B7-41AF-A80B-22E35EDFBAF7}" destId="{920CE5EE-2853-4DBA-8A49-D0CFDBA4BE27}" srcOrd="0" destOrd="0" parTransId="{F57E86FC-CA10-4D60-8BDA-54002F23F6F3}" sibTransId="{F110A9A1-F3AA-4A69-AE06-9B3F27198AB3}"/>
    <dgm:cxn modelId="{25281D8A-6516-46F0-B969-0A2F1FF3B36E}" type="presOf" srcId="{297414DB-8A2E-434E-B9D1-92037FCE0F75}" destId="{E876A35A-78AA-4DB3-BB14-0E5CE892380B}" srcOrd="0" destOrd="0" presId="urn:microsoft.com/office/officeart/2008/layout/VerticalCircleList"/>
    <dgm:cxn modelId="{757A99DE-B9F9-4797-A0AF-748BF830C61E}" srcId="{920CE5EE-2853-4DBA-8A49-D0CFDBA4BE27}" destId="{6B705370-12DD-4776-81EF-1A9ADFD2EBB1}" srcOrd="1" destOrd="0" parTransId="{C1C329BC-34B3-4584-BD40-F6929E43A1BF}" sibTransId="{EE8B0952-9B02-4787-BA5C-981DC46F8A57}"/>
    <dgm:cxn modelId="{F687BAE2-8BC5-4326-9C7E-44B8519630A1}" type="presOf" srcId="{6D7E41EE-2D45-4BD8-8ECA-830F81468D97}" destId="{17927F9C-6AD5-4E81-9C75-186F3965C4A9}" srcOrd="0" destOrd="0" presId="urn:microsoft.com/office/officeart/2008/layout/VerticalCircleList"/>
    <dgm:cxn modelId="{6DDB88E8-C0C7-41F9-BC3F-E36CB76E54F6}" type="presOf" srcId="{920CE5EE-2853-4DBA-8A49-D0CFDBA4BE27}" destId="{529B3C64-206A-47D9-AB77-B56794501529}" srcOrd="0" destOrd="0" presId="urn:microsoft.com/office/officeart/2008/layout/VerticalCircleList"/>
    <dgm:cxn modelId="{EEB48A74-C2E6-4C6E-9E26-849B4792399C}" type="presParOf" srcId="{F4676FCB-F71F-4BDC-9809-67B037931C2A}" destId="{10C2F00D-F9D5-40AF-B917-6E83371590FD}" srcOrd="0" destOrd="0" presId="urn:microsoft.com/office/officeart/2008/layout/VerticalCircleList"/>
    <dgm:cxn modelId="{3B713551-FA11-4B49-B545-4E944DD9FE37}" type="presParOf" srcId="{10C2F00D-F9D5-40AF-B917-6E83371590FD}" destId="{AA69AAEA-5E99-45CD-8D3F-42576D921C91}" srcOrd="0" destOrd="0" presId="urn:microsoft.com/office/officeart/2008/layout/VerticalCircleList"/>
    <dgm:cxn modelId="{B996D220-ED77-44A5-817A-91A39C19C451}" type="presParOf" srcId="{10C2F00D-F9D5-40AF-B917-6E83371590FD}" destId="{0C330B3D-192B-4A60-B09C-79BD27E9E503}" srcOrd="1" destOrd="0" presId="urn:microsoft.com/office/officeart/2008/layout/VerticalCircleList"/>
    <dgm:cxn modelId="{6251CCB2-4E8F-4AA1-B262-055ED96DC1B6}" type="presParOf" srcId="{10C2F00D-F9D5-40AF-B917-6E83371590FD}" destId="{529B3C64-206A-47D9-AB77-B56794501529}" srcOrd="2" destOrd="0" presId="urn:microsoft.com/office/officeart/2008/layout/VerticalCircleList"/>
    <dgm:cxn modelId="{9ED3ADCF-671B-4248-95A6-1EE4A7AAF007}" type="presParOf" srcId="{10C2F00D-F9D5-40AF-B917-6E83371590FD}" destId="{F668AF8C-628B-45E4-9D58-E3AB38AD8D68}" srcOrd="3" destOrd="0" presId="urn:microsoft.com/office/officeart/2008/layout/VerticalCircleList"/>
    <dgm:cxn modelId="{43888C9A-8B9C-4F42-A52D-78FE63D0A9B7}" type="presParOf" srcId="{F668AF8C-628B-45E4-9D58-E3AB38AD8D68}" destId="{17927F9C-6AD5-4E81-9C75-186F3965C4A9}" srcOrd="0" destOrd="0" presId="urn:microsoft.com/office/officeart/2008/layout/VerticalCircleList"/>
    <dgm:cxn modelId="{86EDBB82-7CFC-45A6-B346-28AB35524629}" type="presParOf" srcId="{F668AF8C-628B-45E4-9D58-E3AB38AD8D68}" destId="{A0AE8418-AA31-44F1-A22B-90DD6FB53E1E}" srcOrd="1" destOrd="0" presId="urn:microsoft.com/office/officeart/2008/layout/VerticalCircleList"/>
    <dgm:cxn modelId="{CF4E6742-3A65-4B2A-9E39-FF0005A1BA38}" type="presParOf" srcId="{F668AF8C-628B-45E4-9D58-E3AB38AD8D68}" destId="{7D463665-313B-458E-875D-CA5D0C4CD342}" srcOrd="2" destOrd="0" presId="urn:microsoft.com/office/officeart/2008/layout/VerticalCircleList"/>
    <dgm:cxn modelId="{A8B3EBC7-A57D-4543-AA98-BB6DF9C127EB}" type="presParOf" srcId="{F4676FCB-F71F-4BDC-9809-67B037931C2A}" destId="{E2856250-4E2E-497E-B536-FBC4941D63FE}" srcOrd="1" destOrd="0" presId="urn:microsoft.com/office/officeart/2008/layout/VerticalCircleList"/>
    <dgm:cxn modelId="{EA33FCF5-C842-4DD8-91FB-1B0CACD1E80F}" type="presParOf" srcId="{F4676FCB-F71F-4BDC-9809-67B037931C2A}" destId="{7ED73441-FEF0-4DB1-BDA3-5A8600C840D9}" srcOrd="2" destOrd="0" presId="urn:microsoft.com/office/officeart/2008/layout/VerticalCircleList"/>
    <dgm:cxn modelId="{4415311B-C673-471F-ABE7-EE5C60D90665}" type="presParOf" srcId="{7ED73441-FEF0-4DB1-BDA3-5A8600C840D9}" destId="{E6D40579-5CD3-4189-90B6-D1E941FBDA11}" srcOrd="0" destOrd="0" presId="urn:microsoft.com/office/officeart/2008/layout/VerticalCircleList"/>
    <dgm:cxn modelId="{7A91EC5E-D468-4558-8D92-BB29D1707FC9}" type="presParOf" srcId="{7ED73441-FEF0-4DB1-BDA3-5A8600C840D9}" destId="{E8B1F75E-A341-4055-8C16-E3004725E050}" srcOrd="1" destOrd="0" presId="urn:microsoft.com/office/officeart/2008/layout/VerticalCircleList"/>
    <dgm:cxn modelId="{6BB7B27F-A666-457F-BCE5-538CB1629E4C}" type="presParOf" srcId="{7ED73441-FEF0-4DB1-BDA3-5A8600C840D9}" destId="{E876A35A-78AA-4DB3-BB14-0E5CE892380B}" srcOrd="2" destOrd="0" presId="urn:microsoft.com/office/officeart/2008/layout/VerticalCircleList"/>
    <dgm:cxn modelId="{066598C4-181D-4F77-8DFC-3E5CEA7652C3}" type="presParOf" srcId="{7ED73441-FEF0-4DB1-BDA3-5A8600C840D9}" destId="{43916D4D-5C16-4C42-AAEF-BE23C2BDFD16}" srcOrd="3" destOrd="0" presId="urn:microsoft.com/office/officeart/2008/layout/VerticalCircleList"/>
    <dgm:cxn modelId="{01CD7650-FED3-4495-93ED-523A66F87C9D}" type="presParOf" srcId="{43916D4D-5C16-4C42-AAEF-BE23C2BDFD16}" destId="{A4B8CBF4-1BDC-449B-9E60-52857273604B}" srcOrd="0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4252F9B-E293-4E4D-89C0-8B7AEFB48418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4EF1D0F-1AF9-46A4-8227-24CAF76BE58D}">
      <dgm:prSet phldrT="[Text]"/>
      <dgm:spPr/>
      <dgm:t>
        <a:bodyPr/>
        <a:lstStyle/>
        <a:p>
          <a:r>
            <a:rPr lang="en-GB" b="1" dirty="0"/>
            <a:t>Hypothesis</a:t>
          </a:r>
        </a:p>
      </dgm:t>
    </dgm:pt>
    <dgm:pt modelId="{B5791B95-67AA-416F-983D-4A8BBD44C183}" type="parTrans" cxnId="{52C127A1-822B-4023-AFCF-940504EBB3EF}">
      <dgm:prSet/>
      <dgm:spPr/>
      <dgm:t>
        <a:bodyPr/>
        <a:lstStyle/>
        <a:p>
          <a:endParaRPr lang="en-GB"/>
        </a:p>
      </dgm:t>
    </dgm:pt>
    <dgm:pt modelId="{311768BA-3BEA-455C-93C1-6C027185BF30}" type="sibTrans" cxnId="{52C127A1-822B-4023-AFCF-940504EBB3EF}">
      <dgm:prSet/>
      <dgm:spPr/>
      <dgm:t>
        <a:bodyPr/>
        <a:lstStyle/>
        <a:p>
          <a:endParaRPr lang="en-GB"/>
        </a:p>
      </dgm:t>
    </dgm:pt>
    <dgm:pt modelId="{BEB08E6A-42AE-4210-9AC2-397D8C5470F7}">
      <dgm:prSet phldrT="[Text]"/>
      <dgm:spPr/>
      <dgm:t>
        <a:bodyPr/>
        <a:lstStyle/>
        <a:p>
          <a:r>
            <a:rPr lang="en-GB" dirty="0"/>
            <a:t> If we train ML to recognise weather from radar images it can support faster, more visual forecasting - especially during extreme events. </a:t>
          </a:r>
        </a:p>
      </dgm:t>
    </dgm:pt>
    <dgm:pt modelId="{C5D1181E-D987-4AD0-84B1-8AEE92B2D801}" type="parTrans" cxnId="{8B0AF92F-1B33-4ECB-8F7F-034AFFDDFDBA}">
      <dgm:prSet/>
      <dgm:spPr/>
      <dgm:t>
        <a:bodyPr/>
        <a:lstStyle/>
        <a:p>
          <a:endParaRPr lang="en-GB"/>
        </a:p>
      </dgm:t>
    </dgm:pt>
    <dgm:pt modelId="{AE1D2A6D-EC2B-4B04-B506-1F41DE2374A4}" type="sibTrans" cxnId="{8B0AF92F-1B33-4ECB-8F7F-034AFFDDFDBA}">
      <dgm:prSet/>
      <dgm:spPr/>
      <dgm:t>
        <a:bodyPr/>
        <a:lstStyle/>
        <a:p>
          <a:endParaRPr lang="en-GB"/>
        </a:p>
      </dgm:t>
    </dgm:pt>
    <dgm:pt modelId="{9E93C52F-C0B8-4E12-99F0-A8B875A03D78}">
      <dgm:prSet phldrT="[Text]"/>
      <dgm:spPr/>
      <dgm:t>
        <a:bodyPr/>
        <a:lstStyle/>
        <a:p>
          <a:r>
            <a:rPr lang="en-GB" b="1" dirty="0"/>
            <a:t>Objective</a:t>
          </a:r>
        </a:p>
      </dgm:t>
    </dgm:pt>
    <dgm:pt modelId="{09303870-2DB6-42A9-9C86-AE20AA7AC953}" type="parTrans" cxnId="{539B4DE3-4F33-4A00-8E20-7D536DE13B01}">
      <dgm:prSet/>
      <dgm:spPr/>
      <dgm:t>
        <a:bodyPr/>
        <a:lstStyle/>
        <a:p>
          <a:endParaRPr lang="en-GB"/>
        </a:p>
      </dgm:t>
    </dgm:pt>
    <dgm:pt modelId="{A9EA3119-CAB6-468B-82E3-092E9F047F08}" type="sibTrans" cxnId="{539B4DE3-4F33-4A00-8E20-7D536DE13B01}">
      <dgm:prSet/>
      <dgm:spPr/>
      <dgm:t>
        <a:bodyPr/>
        <a:lstStyle/>
        <a:p>
          <a:endParaRPr lang="en-GB"/>
        </a:p>
      </dgm:t>
    </dgm:pt>
    <dgm:pt modelId="{ED3C2D54-1864-4ABA-8316-ACB411B830B3}">
      <dgm:prSet phldrT="[Text]"/>
      <dgm:spPr/>
      <dgm:t>
        <a:bodyPr/>
        <a:lstStyle/>
        <a:p>
          <a:r>
            <a:rPr lang="en-GB" dirty="0"/>
            <a:t> To explore how </a:t>
          </a:r>
          <a:r>
            <a:rPr lang="en-GB" i="1" dirty="0"/>
            <a:t>image-based weather classification </a:t>
          </a:r>
          <a:r>
            <a:rPr lang="en-GB" dirty="0"/>
            <a:t>can support better real-time predictions, using radar visuals rather than raw data tables.</a:t>
          </a:r>
        </a:p>
      </dgm:t>
    </dgm:pt>
    <dgm:pt modelId="{11F8E9A4-1039-4D03-A1E4-5766F6E7D91F}" type="parTrans" cxnId="{ED571B26-DAAE-40A4-92E9-90D6C448E723}">
      <dgm:prSet/>
      <dgm:spPr/>
      <dgm:t>
        <a:bodyPr/>
        <a:lstStyle/>
        <a:p>
          <a:endParaRPr lang="en-GB"/>
        </a:p>
      </dgm:t>
    </dgm:pt>
    <dgm:pt modelId="{C51915DF-4A7D-42AC-9AEA-96781DB0FBA3}" type="sibTrans" cxnId="{ED571B26-DAAE-40A4-92E9-90D6C448E723}">
      <dgm:prSet/>
      <dgm:spPr/>
      <dgm:t>
        <a:bodyPr/>
        <a:lstStyle/>
        <a:p>
          <a:endParaRPr lang="en-GB"/>
        </a:p>
      </dgm:t>
    </dgm:pt>
    <dgm:pt modelId="{BEEDBCC7-14CC-4DAD-9DA5-AD7ED73D942F}">
      <dgm:prSet phldrT="[Text]"/>
      <dgm:spPr/>
      <dgm:t>
        <a:bodyPr/>
        <a:lstStyle/>
        <a:p>
          <a:r>
            <a:rPr lang="en-GB" b="1" dirty="0"/>
            <a:t>Approach</a:t>
          </a:r>
        </a:p>
      </dgm:t>
    </dgm:pt>
    <dgm:pt modelId="{F6EBDC40-0A4D-42F7-90BC-3640A6626B50}" type="parTrans" cxnId="{9F00CC91-3D2D-4AE7-8D4A-544BA13433BC}">
      <dgm:prSet/>
      <dgm:spPr/>
      <dgm:t>
        <a:bodyPr/>
        <a:lstStyle/>
        <a:p>
          <a:endParaRPr lang="en-GB"/>
        </a:p>
      </dgm:t>
    </dgm:pt>
    <dgm:pt modelId="{EBE71DC8-7592-4320-B607-6CE7FEE1270E}" type="sibTrans" cxnId="{9F00CC91-3D2D-4AE7-8D4A-544BA13433BC}">
      <dgm:prSet/>
      <dgm:spPr/>
      <dgm:t>
        <a:bodyPr/>
        <a:lstStyle/>
        <a:p>
          <a:endParaRPr lang="en-GB"/>
        </a:p>
      </dgm:t>
    </dgm:pt>
    <dgm:pt modelId="{41BFDED2-7E02-400C-AFC7-C04511A1BE49}">
      <dgm:prSet phldrT="[Text]"/>
      <dgm:spPr/>
      <dgm:t>
        <a:bodyPr/>
        <a:lstStyle/>
        <a:p>
          <a:r>
            <a:rPr lang="en-GB" dirty="0"/>
            <a:t> Train </a:t>
          </a:r>
          <a:r>
            <a:rPr lang="en-GB" i="1" dirty="0"/>
            <a:t>Convolution Neural Network (CNN) </a:t>
          </a:r>
          <a:r>
            <a:rPr lang="en-GB" i="0" dirty="0"/>
            <a:t>t</a:t>
          </a:r>
          <a:r>
            <a:rPr lang="en-GB" dirty="0"/>
            <a:t>o classify whether images into types (e.g. Cloudy, rain, shine, sunshine). </a:t>
          </a:r>
        </a:p>
      </dgm:t>
    </dgm:pt>
    <dgm:pt modelId="{76FB191F-A741-4EB0-80E6-124384FE9702}" type="parTrans" cxnId="{E4EB7710-D0AD-49CD-B3CB-887DE8AA0C0A}">
      <dgm:prSet/>
      <dgm:spPr/>
      <dgm:t>
        <a:bodyPr/>
        <a:lstStyle/>
        <a:p>
          <a:endParaRPr lang="en-GB"/>
        </a:p>
      </dgm:t>
    </dgm:pt>
    <dgm:pt modelId="{CDA60B94-3716-4F3A-ACA3-556ADE554954}" type="sibTrans" cxnId="{E4EB7710-D0AD-49CD-B3CB-887DE8AA0C0A}">
      <dgm:prSet/>
      <dgm:spPr/>
      <dgm:t>
        <a:bodyPr/>
        <a:lstStyle/>
        <a:p>
          <a:endParaRPr lang="en-GB"/>
        </a:p>
      </dgm:t>
    </dgm:pt>
    <dgm:pt modelId="{A7AA2064-A430-4A1D-A17D-7F436EFEABAB}">
      <dgm:prSet phldrT="[Text]"/>
      <dgm:spPr/>
      <dgm:t>
        <a:bodyPr/>
        <a:lstStyle/>
        <a:p>
          <a:r>
            <a:rPr lang="en-GB" b="1" dirty="0"/>
            <a:t>Results</a:t>
          </a:r>
        </a:p>
      </dgm:t>
    </dgm:pt>
    <dgm:pt modelId="{10E9A84F-171B-4B53-831C-D5E84E44F026}" type="parTrans" cxnId="{1FC0E59C-629E-402E-8E18-C0E869408697}">
      <dgm:prSet/>
      <dgm:spPr/>
      <dgm:t>
        <a:bodyPr/>
        <a:lstStyle/>
        <a:p>
          <a:endParaRPr lang="en-GB"/>
        </a:p>
      </dgm:t>
    </dgm:pt>
    <dgm:pt modelId="{06DB4383-31FD-41F4-9D6F-604C45A56341}" type="sibTrans" cxnId="{1FC0E59C-629E-402E-8E18-C0E869408697}">
      <dgm:prSet/>
      <dgm:spPr/>
      <dgm:t>
        <a:bodyPr/>
        <a:lstStyle/>
        <a:p>
          <a:endParaRPr lang="en-GB"/>
        </a:p>
      </dgm:t>
    </dgm:pt>
    <dgm:pt modelId="{B4731E67-AA69-4E25-A94E-39ED1EE3D4D0}">
      <dgm:prSet phldrT="[Text]"/>
      <dgm:spPr/>
      <dgm:t>
        <a:bodyPr/>
        <a:lstStyle/>
        <a:p>
          <a:r>
            <a:rPr lang="en-GB" dirty="0"/>
            <a:t> CNN achieved 93.8% training accuracy &amp; 84.8% validation accuracy after 40 training rounds.</a:t>
          </a:r>
        </a:p>
      </dgm:t>
    </dgm:pt>
    <dgm:pt modelId="{D5484665-8D21-4C01-A7E4-397CD7297F26}" type="parTrans" cxnId="{C42952AC-3CBC-48D8-9304-70AD7CB37818}">
      <dgm:prSet/>
      <dgm:spPr/>
      <dgm:t>
        <a:bodyPr/>
        <a:lstStyle/>
        <a:p>
          <a:endParaRPr lang="en-GB"/>
        </a:p>
      </dgm:t>
    </dgm:pt>
    <dgm:pt modelId="{79085E74-AEFC-492C-B85E-379278AEB281}" type="sibTrans" cxnId="{C42952AC-3CBC-48D8-9304-70AD7CB37818}">
      <dgm:prSet/>
      <dgm:spPr/>
      <dgm:t>
        <a:bodyPr/>
        <a:lstStyle/>
        <a:p>
          <a:endParaRPr lang="en-GB"/>
        </a:p>
      </dgm:t>
    </dgm:pt>
    <dgm:pt modelId="{8B683517-B5C4-4EC5-A061-13CA89F4339A}">
      <dgm:prSet phldrT="[Text]"/>
      <dgm:spPr/>
      <dgm:t>
        <a:bodyPr/>
        <a:lstStyle/>
        <a:p>
          <a:r>
            <a:rPr lang="en-GB" b="1" dirty="0"/>
            <a:t>Insights</a:t>
          </a:r>
          <a:r>
            <a:rPr lang="en-GB" dirty="0"/>
            <a:t> </a:t>
          </a:r>
        </a:p>
      </dgm:t>
    </dgm:pt>
    <dgm:pt modelId="{92DAAFB1-5D57-49CB-9DF8-79E7BC402A65}" type="parTrans" cxnId="{9F19AEC1-AFE0-44BB-8FEF-E30D65113D87}">
      <dgm:prSet/>
      <dgm:spPr/>
      <dgm:t>
        <a:bodyPr/>
        <a:lstStyle/>
        <a:p>
          <a:endParaRPr lang="en-GB"/>
        </a:p>
      </dgm:t>
    </dgm:pt>
    <dgm:pt modelId="{7A146063-B0C3-4270-B328-FB806F759502}" type="sibTrans" cxnId="{9F19AEC1-AFE0-44BB-8FEF-E30D65113D87}">
      <dgm:prSet/>
      <dgm:spPr/>
      <dgm:t>
        <a:bodyPr/>
        <a:lstStyle/>
        <a:p>
          <a:endParaRPr lang="en-GB"/>
        </a:p>
      </dgm:t>
    </dgm:pt>
    <dgm:pt modelId="{7E1CAE6B-3E77-478A-9BE1-3A8258DA1237}">
      <dgm:prSet/>
      <dgm:spPr/>
      <dgm:t>
        <a:bodyPr/>
        <a:lstStyle/>
        <a:p>
          <a:r>
            <a:rPr lang="en-GB" dirty="0"/>
            <a:t> CNNs can learn to see and classify weather types with high accuracy from basic images.</a:t>
          </a:r>
          <a:endParaRPr lang="en-GB" dirty="0">
            <a:solidFill>
              <a:schemeClr val="tx1"/>
            </a:solidFill>
          </a:endParaRPr>
        </a:p>
      </dgm:t>
    </dgm:pt>
    <dgm:pt modelId="{C5447E97-BB57-4CD1-9B9A-E83194D4CAD3}" type="parTrans" cxnId="{3A3C083B-54EB-4E12-919D-66E37546BEA8}">
      <dgm:prSet/>
      <dgm:spPr/>
      <dgm:t>
        <a:bodyPr/>
        <a:lstStyle/>
        <a:p>
          <a:endParaRPr lang="en-GB"/>
        </a:p>
      </dgm:t>
    </dgm:pt>
    <dgm:pt modelId="{BFA0C44B-4BEE-4522-83FA-3B2BF1B42DC0}" type="sibTrans" cxnId="{3A3C083B-54EB-4E12-919D-66E37546BEA8}">
      <dgm:prSet/>
      <dgm:spPr/>
      <dgm:t>
        <a:bodyPr/>
        <a:lstStyle/>
        <a:p>
          <a:endParaRPr lang="en-GB"/>
        </a:p>
      </dgm:t>
    </dgm:pt>
    <dgm:pt modelId="{AE14E35B-4BC7-4E7A-AF71-D1F67A187BB8}">
      <dgm:prSet phldrT="[Text]"/>
      <dgm:spPr/>
      <dgm:t>
        <a:bodyPr/>
        <a:lstStyle/>
        <a:p>
          <a:r>
            <a:rPr lang="en-GB" dirty="0"/>
            <a:t> Use </a:t>
          </a:r>
          <a:r>
            <a:rPr lang="en-GB" i="1" dirty="0"/>
            <a:t>image recognition metrics </a:t>
          </a:r>
          <a:r>
            <a:rPr lang="en-GB" dirty="0"/>
            <a:t>like accuracy &amp; validation loss to evaluate model success</a:t>
          </a:r>
        </a:p>
      </dgm:t>
    </dgm:pt>
    <dgm:pt modelId="{55B27830-7946-487B-B472-6387C09D51F5}" type="parTrans" cxnId="{52A62907-0B3C-406F-911A-ACC6FF02E306}">
      <dgm:prSet/>
      <dgm:spPr/>
      <dgm:t>
        <a:bodyPr/>
        <a:lstStyle/>
        <a:p>
          <a:endParaRPr lang="en-GB"/>
        </a:p>
      </dgm:t>
    </dgm:pt>
    <dgm:pt modelId="{28EEFE89-6862-44E8-A2FC-71A8D97EEEAE}" type="sibTrans" cxnId="{52A62907-0B3C-406F-911A-ACC6FF02E306}">
      <dgm:prSet/>
      <dgm:spPr/>
      <dgm:t>
        <a:bodyPr/>
        <a:lstStyle/>
        <a:p>
          <a:endParaRPr lang="en-GB"/>
        </a:p>
      </dgm:t>
    </dgm:pt>
    <dgm:pt modelId="{E03A9B5F-AA71-4C0A-B1CE-98841825638D}">
      <dgm:prSet phldrT="[Text]"/>
      <dgm:spPr/>
      <dgm:t>
        <a:bodyPr/>
        <a:lstStyle/>
        <a:p>
          <a:r>
            <a:rPr lang="en-GB" dirty="0"/>
            <a:t> The model struggled with visually similar types (e.g. cloudy vs shine), but strong overall.</a:t>
          </a:r>
        </a:p>
      </dgm:t>
    </dgm:pt>
    <dgm:pt modelId="{14581BED-D35E-4F03-B700-F9B7E8D6B2CB}" type="parTrans" cxnId="{65A8B9F3-BA0F-4188-AE48-5E182DF05145}">
      <dgm:prSet/>
      <dgm:spPr/>
      <dgm:t>
        <a:bodyPr/>
        <a:lstStyle/>
        <a:p>
          <a:endParaRPr lang="en-GB"/>
        </a:p>
      </dgm:t>
    </dgm:pt>
    <dgm:pt modelId="{F561236A-D9B0-4AA8-814B-DC41171490B4}" type="sibTrans" cxnId="{65A8B9F3-BA0F-4188-AE48-5E182DF05145}">
      <dgm:prSet/>
      <dgm:spPr/>
      <dgm:t>
        <a:bodyPr/>
        <a:lstStyle/>
        <a:p>
          <a:endParaRPr lang="en-GB"/>
        </a:p>
      </dgm:t>
    </dgm:pt>
    <dgm:pt modelId="{08C0E4A2-DAE6-4AAF-AC8F-EE1315DC72A4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 Radar and satellite imagery are rich data sources for machine learning.</a:t>
          </a:r>
        </a:p>
      </dgm:t>
    </dgm:pt>
    <dgm:pt modelId="{70B6CB95-A23C-4171-8896-6FE8CBA49CB4}" type="parTrans" cxnId="{2EAEACF3-070C-4D7C-9F2B-0EF0E96F1429}">
      <dgm:prSet/>
      <dgm:spPr/>
      <dgm:t>
        <a:bodyPr/>
        <a:lstStyle/>
        <a:p>
          <a:endParaRPr lang="en-GB"/>
        </a:p>
      </dgm:t>
    </dgm:pt>
    <dgm:pt modelId="{5E6C30E9-F1B0-4ECE-9A57-32B10C2495DC}" type="sibTrans" cxnId="{2EAEACF3-070C-4D7C-9F2B-0EF0E96F1429}">
      <dgm:prSet/>
      <dgm:spPr/>
      <dgm:t>
        <a:bodyPr/>
        <a:lstStyle/>
        <a:p>
          <a:endParaRPr lang="en-GB"/>
        </a:p>
      </dgm:t>
    </dgm:pt>
    <dgm:pt modelId="{2E817584-F1BB-4BFA-9007-DC2AF9413FE9}" type="pres">
      <dgm:prSet presAssocID="{44252F9B-E293-4E4D-89C0-8B7AEFB48418}" presName="linearFlow" presStyleCnt="0">
        <dgm:presLayoutVars>
          <dgm:dir/>
          <dgm:animLvl val="lvl"/>
          <dgm:resizeHandles val="exact"/>
        </dgm:presLayoutVars>
      </dgm:prSet>
      <dgm:spPr/>
    </dgm:pt>
    <dgm:pt modelId="{ABF8561D-7A12-423A-BB37-779D8136F947}" type="pres">
      <dgm:prSet presAssocID="{94EF1D0F-1AF9-46A4-8227-24CAF76BE58D}" presName="composite" presStyleCnt="0"/>
      <dgm:spPr/>
    </dgm:pt>
    <dgm:pt modelId="{3EAC4C93-1C1F-4523-86B6-9DA6FE7C68CD}" type="pres">
      <dgm:prSet presAssocID="{94EF1D0F-1AF9-46A4-8227-24CAF76BE58D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39E3ABC4-13A8-425A-8C5B-02DC7717B429}" type="pres">
      <dgm:prSet presAssocID="{94EF1D0F-1AF9-46A4-8227-24CAF76BE58D}" presName="descendantText" presStyleLbl="alignAcc1" presStyleIdx="0" presStyleCnt="5">
        <dgm:presLayoutVars>
          <dgm:bulletEnabled val="1"/>
        </dgm:presLayoutVars>
      </dgm:prSet>
      <dgm:spPr/>
    </dgm:pt>
    <dgm:pt modelId="{5CE72754-71EA-4BEA-B553-F2AEA02907DE}" type="pres">
      <dgm:prSet presAssocID="{311768BA-3BEA-455C-93C1-6C027185BF30}" presName="sp" presStyleCnt="0"/>
      <dgm:spPr/>
    </dgm:pt>
    <dgm:pt modelId="{D1A86968-52F2-489D-8630-44A433C53948}" type="pres">
      <dgm:prSet presAssocID="{9E93C52F-C0B8-4E12-99F0-A8B875A03D78}" presName="composite" presStyleCnt="0"/>
      <dgm:spPr/>
    </dgm:pt>
    <dgm:pt modelId="{E3A87621-99A5-4068-8614-F11F1384538F}" type="pres">
      <dgm:prSet presAssocID="{9E93C52F-C0B8-4E12-99F0-A8B875A03D78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BECF1CC-32A0-4F82-A075-8BA2CAE2E834}" type="pres">
      <dgm:prSet presAssocID="{9E93C52F-C0B8-4E12-99F0-A8B875A03D78}" presName="descendantText" presStyleLbl="alignAcc1" presStyleIdx="1" presStyleCnt="5">
        <dgm:presLayoutVars>
          <dgm:bulletEnabled val="1"/>
        </dgm:presLayoutVars>
      </dgm:prSet>
      <dgm:spPr/>
    </dgm:pt>
    <dgm:pt modelId="{4EA04B9C-7A10-4BC6-B44F-019703FEA7C7}" type="pres">
      <dgm:prSet presAssocID="{A9EA3119-CAB6-468B-82E3-092E9F047F08}" presName="sp" presStyleCnt="0"/>
      <dgm:spPr/>
    </dgm:pt>
    <dgm:pt modelId="{A8F3B67A-D6AD-4CB2-8C2B-65FF18AE25C3}" type="pres">
      <dgm:prSet presAssocID="{BEEDBCC7-14CC-4DAD-9DA5-AD7ED73D942F}" presName="composite" presStyleCnt="0"/>
      <dgm:spPr/>
    </dgm:pt>
    <dgm:pt modelId="{3D0EA41D-DB6C-48E8-A403-349CD7EE6661}" type="pres">
      <dgm:prSet presAssocID="{BEEDBCC7-14CC-4DAD-9DA5-AD7ED73D942F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A1E5A6BC-08D9-4FB1-BF87-B1665A9272C7}" type="pres">
      <dgm:prSet presAssocID="{BEEDBCC7-14CC-4DAD-9DA5-AD7ED73D942F}" presName="descendantText" presStyleLbl="alignAcc1" presStyleIdx="2" presStyleCnt="5">
        <dgm:presLayoutVars>
          <dgm:bulletEnabled val="1"/>
        </dgm:presLayoutVars>
      </dgm:prSet>
      <dgm:spPr/>
    </dgm:pt>
    <dgm:pt modelId="{38EEBAA6-D48D-405F-A8F8-FAD5DC685666}" type="pres">
      <dgm:prSet presAssocID="{EBE71DC8-7592-4320-B607-6CE7FEE1270E}" presName="sp" presStyleCnt="0"/>
      <dgm:spPr/>
    </dgm:pt>
    <dgm:pt modelId="{3D930FB5-828B-4414-B1B4-B59294901656}" type="pres">
      <dgm:prSet presAssocID="{A7AA2064-A430-4A1D-A17D-7F436EFEABAB}" presName="composite" presStyleCnt="0"/>
      <dgm:spPr/>
    </dgm:pt>
    <dgm:pt modelId="{74EAFE87-576D-42CF-855B-B2F2E99DC7BA}" type="pres">
      <dgm:prSet presAssocID="{A7AA2064-A430-4A1D-A17D-7F436EFEABAB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A8A87524-700F-4E33-A22D-0E3A1381D40C}" type="pres">
      <dgm:prSet presAssocID="{A7AA2064-A430-4A1D-A17D-7F436EFEABAB}" presName="descendantText" presStyleLbl="alignAcc1" presStyleIdx="3" presStyleCnt="5">
        <dgm:presLayoutVars>
          <dgm:bulletEnabled val="1"/>
        </dgm:presLayoutVars>
      </dgm:prSet>
      <dgm:spPr/>
    </dgm:pt>
    <dgm:pt modelId="{6A0AF31F-320D-4D0C-AB81-60B8A7648CB4}" type="pres">
      <dgm:prSet presAssocID="{06DB4383-31FD-41F4-9D6F-604C45A56341}" presName="sp" presStyleCnt="0"/>
      <dgm:spPr/>
    </dgm:pt>
    <dgm:pt modelId="{244C8CA9-D47B-4EAC-8459-E0AD4CDB615D}" type="pres">
      <dgm:prSet presAssocID="{8B683517-B5C4-4EC5-A061-13CA89F4339A}" presName="composite" presStyleCnt="0"/>
      <dgm:spPr/>
    </dgm:pt>
    <dgm:pt modelId="{A1A67C0F-8840-4A05-9E06-39150775BE6E}" type="pres">
      <dgm:prSet presAssocID="{8B683517-B5C4-4EC5-A061-13CA89F4339A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869323B4-430C-4C6D-879E-042520F448EA}" type="pres">
      <dgm:prSet presAssocID="{8B683517-B5C4-4EC5-A061-13CA89F4339A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52A62907-0B3C-406F-911A-ACC6FF02E306}" srcId="{BEEDBCC7-14CC-4DAD-9DA5-AD7ED73D942F}" destId="{AE14E35B-4BC7-4E7A-AF71-D1F67A187BB8}" srcOrd="1" destOrd="0" parTransId="{55B27830-7946-487B-B472-6387C09D51F5}" sibTransId="{28EEFE89-6862-44E8-A2FC-71A8D97EEEAE}"/>
    <dgm:cxn modelId="{E4EB7710-D0AD-49CD-B3CB-887DE8AA0C0A}" srcId="{BEEDBCC7-14CC-4DAD-9DA5-AD7ED73D942F}" destId="{41BFDED2-7E02-400C-AFC7-C04511A1BE49}" srcOrd="0" destOrd="0" parTransId="{76FB191F-A741-4EB0-80E6-124384FE9702}" sibTransId="{CDA60B94-3716-4F3A-ACA3-556ADE554954}"/>
    <dgm:cxn modelId="{60BAD813-C45C-4373-9FD1-2DB9BB1595CA}" type="presOf" srcId="{A7AA2064-A430-4A1D-A17D-7F436EFEABAB}" destId="{74EAFE87-576D-42CF-855B-B2F2E99DC7BA}" srcOrd="0" destOrd="0" presId="urn:microsoft.com/office/officeart/2005/8/layout/chevron2"/>
    <dgm:cxn modelId="{D3DFFF22-A8ED-4294-99D4-AFB9995B33A7}" type="presOf" srcId="{9E93C52F-C0B8-4E12-99F0-A8B875A03D78}" destId="{E3A87621-99A5-4068-8614-F11F1384538F}" srcOrd="0" destOrd="0" presId="urn:microsoft.com/office/officeart/2005/8/layout/chevron2"/>
    <dgm:cxn modelId="{ED571B26-DAAE-40A4-92E9-90D6C448E723}" srcId="{9E93C52F-C0B8-4E12-99F0-A8B875A03D78}" destId="{ED3C2D54-1864-4ABA-8316-ACB411B830B3}" srcOrd="0" destOrd="0" parTransId="{11F8E9A4-1039-4D03-A1E4-5766F6E7D91F}" sibTransId="{C51915DF-4A7D-42AC-9AEA-96781DB0FBA3}"/>
    <dgm:cxn modelId="{8B0AF92F-1B33-4ECB-8F7F-034AFFDDFDBA}" srcId="{94EF1D0F-1AF9-46A4-8227-24CAF76BE58D}" destId="{BEB08E6A-42AE-4210-9AC2-397D8C5470F7}" srcOrd="0" destOrd="0" parTransId="{C5D1181E-D987-4AD0-84B1-8AEE92B2D801}" sibTransId="{AE1D2A6D-EC2B-4B04-B506-1F41DE2374A4}"/>
    <dgm:cxn modelId="{3A3C083B-54EB-4E12-919D-66E37546BEA8}" srcId="{8B683517-B5C4-4EC5-A061-13CA89F4339A}" destId="{7E1CAE6B-3E77-478A-9BE1-3A8258DA1237}" srcOrd="0" destOrd="0" parTransId="{C5447E97-BB57-4CD1-9B9A-E83194D4CAD3}" sibTransId="{BFA0C44B-4BEE-4522-83FA-3B2BF1B42DC0}"/>
    <dgm:cxn modelId="{8DD11F5D-D5FD-43A5-AEE1-EC5EC240776E}" type="presOf" srcId="{BEB08E6A-42AE-4210-9AC2-397D8C5470F7}" destId="{39E3ABC4-13A8-425A-8C5B-02DC7717B429}" srcOrd="0" destOrd="0" presId="urn:microsoft.com/office/officeart/2005/8/layout/chevron2"/>
    <dgm:cxn modelId="{2776F75D-C3CA-49BD-8B84-D76597ED1B86}" type="presOf" srcId="{41BFDED2-7E02-400C-AFC7-C04511A1BE49}" destId="{A1E5A6BC-08D9-4FB1-BF87-B1665A9272C7}" srcOrd="0" destOrd="0" presId="urn:microsoft.com/office/officeart/2005/8/layout/chevron2"/>
    <dgm:cxn modelId="{ED86C066-8C2E-4365-A6C9-C919BFDEFC0D}" type="presOf" srcId="{B4731E67-AA69-4E25-A94E-39ED1EE3D4D0}" destId="{A8A87524-700F-4E33-A22D-0E3A1381D40C}" srcOrd="0" destOrd="0" presId="urn:microsoft.com/office/officeart/2005/8/layout/chevron2"/>
    <dgm:cxn modelId="{1550A489-F2C7-443B-8A77-37583ADCA539}" type="presOf" srcId="{44252F9B-E293-4E4D-89C0-8B7AEFB48418}" destId="{2E817584-F1BB-4BFA-9007-DC2AF9413FE9}" srcOrd="0" destOrd="0" presId="urn:microsoft.com/office/officeart/2005/8/layout/chevron2"/>
    <dgm:cxn modelId="{9F00CC91-3D2D-4AE7-8D4A-544BA13433BC}" srcId="{44252F9B-E293-4E4D-89C0-8B7AEFB48418}" destId="{BEEDBCC7-14CC-4DAD-9DA5-AD7ED73D942F}" srcOrd="2" destOrd="0" parTransId="{F6EBDC40-0A4D-42F7-90BC-3640A6626B50}" sibTransId="{EBE71DC8-7592-4320-B607-6CE7FEE1270E}"/>
    <dgm:cxn modelId="{D0B07F9A-E0B5-4B62-9D29-B90385A73F23}" type="presOf" srcId="{E03A9B5F-AA71-4C0A-B1CE-98841825638D}" destId="{A8A87524-700F-4E33-A22D-0E3A1381D40C}" srcOrd="0" destOrd="1" presId="urn:microsoft.com/office/officeart/2005/8/layout/chevron2"/>
    <dgm:cxn modelId="{1FC0E59C-629E-402E-8E18-C0E869408697}" srcId="{44252F9B-E293-4E4D-89C0-8B7AEFB48418}" destId="{A7AA2064-A430-4A1D-A17D-7F436EFEABAB}" srcOrd="3" destOrd="0" parTransId="{10E9A84F-171B-4B53-831C-D5E84E44F026}" sibTransId="{06DB4383-31FD-41F4-9D6F-604C45A56341}"/>
    <dgm:cxn modelId="{52C127A1-822B-4023-AFCF-940504EBB3EF}" srcId="{44252F9B-E293-4E4D-89C0-8B7AEFB48418}" destId="{94EF1D0F-1AF9-46A4-8227-24CAF76BE58D}" srcOrd="0" destOrd="0" parTransId="{B5791B95-67AA-416F-983D-4A8BBD44C183}" sibTransId="{311768BA-3BEA-455C-93C1-6C027185BF30}"/>
    <dgm:cxn modelId="{F4013AA1-D53D-4BE8-BE52-AB0712A1924A}" type="presOf" srcId="{7E1CAE6B-3E77-478A-9BE1-3A8258DA1237}" destId="{869323B4-430C-4C6D-879E-042520F448EA}" srcOrd="0" destOrd="0" presId="urn:microsoft.com/office/officeart/2005/8/layout/chevron2"/>
    <dgm:cxn modelId="{BDAFDEA2-8752-4658-8C36-200FC0087FC7}" type="presOf" srcId="{08C0E4A2-DAE6-4AAF-AC8F-EE1315DC72A4}" destId="{869323B4-430C-4C6D-879E-042520F448EA}" srcOrd="0" destOrd="1" presId="urn:microsoft.com/office/officeart/2005/8/layout/chevron2"/>
    <dgm:cxn modelId="{C42952AC-3CBC-48D8-9304-70AD7CB37818}" srcId="{A7AA2064-A430-4A1D-A17D-7F436EFEABAB}" destId="{B4731E67-AA69-4E25-A94E-39ED1EE3D4D0}" srcOrd="0" destOrd="0" parTransId="{D5484665-8D21-4C01-A7E4-397CD7297F26}" sibTransId="{79085E74-AEFC-492C-B85E-379278AEB281}"/>
    <dgm:cxn modelId="{02DDE4AE-D955-4A9D-B0F2-6D4A08748C00}" type="presOf" srcId="{94EF1D0F-1AF9-46A4-8227-24CAF76BE58D}" destId="{3EAC4C93-1C1F-4523-86B6-9DA6FE7C68CD}" srcOrd="0" destOrd="0" presId="urn:microsoft.com/office/officeart/2005/8/layout/chevron2"/>
    <dgm:cxn modelId="{649CA9BA-203B-4EE0-BC41-82932F15C329}" type="presOf" srcId="{AE14E35B-4BC7-4E7A-AF71-D1F67A187BB8}" destId="{A1E5A6BC-08D9-4FB1-BF87-B1665A9272C7}" srcOrd="0" destOrd="1" presId="urn:microsoft.com/office/officeart/2005/8/layout/chevron2"/>
    <dgm:cxn modelId="{9F19AEC1-AFE0-44BB-8FEF-E30D65113D87}" srcId="{44252F9B-E293-4E4D-89C0-8B7AEFB48418}" destId="{8B683517-B5C4-4EC5-A061-13CA89F4339A}" srcOrd="4" destOrd="0" parTransId="{92DAAFB1-5D57-49CB-9DF8-79E7BC402A65}" sibTransId="{7A146063-B0C3-4270-B328-FB806F759502}"/>
    <dgm:cxn modelId="{539B4DE3-4F33-4A00-8E20-7D536DE13B01}" srcId="{44252F9B-E293-4E4D-89C0-8B7AEFB48418}" destId="{9E93C52F-C0B8-4E12-99F0-A8B875A03D78}" srcOrd="1" destOrd="0" parTransId="{09303870-2DB6-42A9-9C86-AE20AA7AC953}" sibTransId="{A9EA3119-CAB6-468B-82E3-092E9F047F08}"/>
    <dgm:cxn modelId="{EBE615E4-F908-40E7-8DE5-FEF42C1CCB46}" type="presOf" srcId="{8B683517-B5C4-4EC5-A061-13CA89F4339A}" destId="{A1A67C0F-8840-4A05-9E06-39150775BE6E}" srcOrd="0" destOrd="0" presId="urn:microsoft.com/office/officeart/2005/8/layout/chevron2"/>
    <dgm:cxn modelId="{91861CF0-C792-40C8-A8A2-2BD1E561068E}" type="presOf" srcId="{BEEDBCC7-14CC-4DAD-9DA5-AD7ED73D942F}" destId="{3D0EA41D-DB6C-48E8-A403-349CD7EE6661}" srcOrd="0" destOrd="0" presId="urn:microsoft.com/office/officeart/2005/8/layout/chevron2"/>
    <dgm:cxn modelId="{2EAEACF3-070C-4D7C-9F2B-0EF0E96F1429}" srcId="{8B683517-B5C4-4EC5-A061-13CA89F4339A}" destId="{08C0E4A2-DAE6-4AAF-AC8F-EE1315DC72A4}" srcOrd="1" destOrd="0" parTransId="{70B6CB95-A23C-4171-8896-6FE8CBA49CB4}" sibTransId="{5E6C30E9-F1B0-4ECE-9A57-32B10C2495DC}"/>
    <dgm:cxn modelId="{65A8B9F3-BA0F-4188-AE48-5E182DF05145}" srcId="{A7AA2064-A430-4A1D-A17D-7F436EFEABAB}" destId="{E03A9B5F-AA71-4C0A-B1CE-98841825638D}" srcOrd="1" destOrd="0" parTransId="{14581BED-D35E-4F03-B700-F9B7E8D6B2CB}" sibTransId="{F561236A-D9B0-4AA8-814B-DC41171490B4}"/>
    <dgm:cxn modelId="{4E109EFF-843E-4352-AA53-0385F44180F1}" type="presOf" srcId="{ED3C2D54-1864-4ABA-8316-ACB411B830B3}" destId="{9BECF1CC-32A0-4F82-A075-8BA2CAE2E834}" srcOrd="0" destOrd="0" presId="urn:microsoft.com/office/officeart/2005/8/layout/chevron2"/>
    <dgm:cxn modelId="{C11AB148-1D82-48E1-B7E6-B8D5EBA50632}" type="presParOf" srcId="{2E817584-F1BB-4BFA-9007-DC2AF9413FE9}" destId="{ABF8561D-7A12-423A-BB37-779D8136F947}" srcOrd="0" destOrd="0" presId="urn:microsoft.com/office/officeart/2005/8/layout/chevron2"/>
    <dgm:cxn modelId="{9866AF9B-85DD-483D-8685-F16630F685C1}" type="presParOf" srcId="{ABF8561D-7A12-423A-BB37-779D8136F947}" destId="{3EAC4C93-1C1F-4523-86B6-9DA6FE7C68CD}" srcOrd="0" destOrd="0" presId="urn:microsoft.com/office/officeart/2005/8/layout/chevron2"/>
    <dgm:cxn modelId="{416C4BE4-7167-4206-8F5D-F389D2BD214E}" type="presParOf" srcId="{ABF8561D-7A12-423A-BB37-779D8136F947}" destId="{39E3ABC4-13A8-425A-8C5B-02DC7717B429}" srcOrd="1" destOrd="0" presId="urn:microsoft.com/office/officeart/2005/8/layout/chevron2"/>
    <dgm:cxn modelId="{6035807C-2141-4AE2-B0F9-C6D306081C03}" type="presParOf" srcId="{2E817584-F1BB-4BFA-9007-DC2AF9413FE9}" destId="{5CE72754-71EA-4BEA-B553-F2AEA02907DE}" srcOrd="1" destOrd="0" presId="urn:microsoft.com/office/officeart/2005/8/layout/chevron2"/>
    <dgm:cxn modelId="{F0EBBFDE-3812-4B25-A807-1DB8BACA920F}" type="presParOf" srcId="{2E817584-F1BB-4BFA-9007-DC2AF9413FE9}" destId="{D1A86968-52F2-489D-8630-44A433C53948}" srcOrd="2" destOrd="0" presId="urn:microsoft.com/office/officeart/2005/8/layout/chevron2"/>
    <dgm:cxn modelId="{35DDD15E-1AB8-4B97-AC73-D0887B247540}" type="presParOf" srcId="{D1A86968-52F2-489D-8630-44A433C53948}" destId="{E3A87621-99A5-4068-8614-F11F1384538F}" srcOrd="0" destOrd="0" presId="urn:microsoft.com/office/officeart/2005/8/layout/chevron2"/>
    <dgm:cxn modelId="{8CB051B5-A34E-4792-AD11-79C314649EFE}" type="presParOf" srcId="{D1A86968-52F2-489D-8630-44A433C53948}" destId="{9BECF1CC-32A0-4F82-A075-8BA2CAE2E834}" srcOrd="1" destOrd="0" presId="urn:microsoft.com/office/officeart/2005/8/layout/chevron2"/>
    <dgm:cxn modelId="{D228369A-23A7-48CA-96D9-05512C9483FE}" type="presParOf" srcId="{2E817584-F1BB-4BFA-9007-DC2AF9413FE9}" destId="{4EA04B9C-7A10-4BC6-B44F-019703FEA7C7}" srcOrd="3" destOrd="0" presId="urn:microsoft.com/office/officeart/2005/8/layout/chevron2"/>
    <dgm:cxn modelId="{AD942113-C22B-489F-A7E6-707F9C5BB4A8}" type="presParOf" srcId="{2E817584-F1BB-4BFA-9007-DC2AF9413FE9}" destId="{A8F3B67A-D6AD-4CB2-8C2B-65FF18AE25C3}" srcOrd="4" destOrd="0" presId="urn:microsoft.com/office/officeart/2005/8/layout/chevron2"/>
    <dgm:cxn modelId="{0C471D13-ABEB-4BCE-83A2-160C17A6C3DB}" type="presParOf" srcId="{A8F3B67A-D6AD-4CB2-8C2B-65FF18AE25C3}" destId="{3D0EA41D-DB6C-48E8-A403-349CD7EE6661}" srcOrd="0" destOrd="0" presId="urn:microsoft.com/office/officeart/2005/8/layout/chevron2"/>
    <dgm:cxn modelId="{62A474E2-EAB5-4BE4-B7D9-AE88FD4FF118}" type="presParOf" srcId="{A8F3B67A-D6AD-4CB2-8C2B-65FF18AE25C3}" destId="{A1E5A6BC-08D9-4FB1-BF87-B1665A9272C7}" srcOrd="1" destOrd="0" presId="urn:microsoft.com/office/officeart/2005/8/layout/chevron2"/>
    <dgm:cxn modelId="{EB3F65A3-A437-4DDE-84C3-3845E6626346}" type="presParOf" srcId="{2E817584-F1BB-4BFA-9007-DC2AF9413FE9}" destId="{38EEBAA6-D48D-405F-A8F8-FAD5DC685666}" srcOrd="5" destOrd="0" presId="urn:microsoft.com/office/officeart/2005/8/layout/chevron2"/>
    <dgm:cxn modelId="{35162AC5-B725-4DEA-9684-BA9D4428450F}" type="presParOf" srcId="{2E817584-F1BB-4BFA-9007-DC2AF9413FE9}" destId="{3D930FB5-828B-4414-B1B4-B59294901656}" srcOrd="6" destOrd="0" presId="urn:microsoft.com/office/officeart/2005/8/layout/chevron2"/>
    <dgm:cxn modelId="{1E189AB8-DEE7-4E87-A8DD-6802CFBF3327}" type="presParOf" srcId="{3D930FB5-828B-4414-B1B4-B59294901656}" destId="{74EAFE87-576D-42CF-855B-B2F2E99DC7BA}" srcOrd="0" destOrd="0" presId="urn:microsoft.com/office/officeart/2005/8/layout/chevron2"/>
    <dgm:cxn modelId="{BB738623-E160-4992-8D8F-F147FB7CC01E}" type="presParOf" srcId="{3D930FB5-828B-4414-B1B4-B59294901656}" destId="{A8A87524-700F-4E33-A22D-0E3A1381D40C}" srcOrd="1" destOrd="0" presId="urn:microsoft.com/office/officeart/2005/8/layout/chevron2"/>
    <dgm:cxn modelId="{02DAF791-7A83-4326-9BA7-98F518373977}" type="presParOf" srcId="{2E817584-F1BB-4BFA-9007-DC2AF9413FE9}" destId="{6A0AF31F-320D-4D0C-AB81-60B8A7648CB4}" srcOrd="7" destOrd="0" presId="urn:microsoft.com/office/officeart/2005/8/layout/chevron2"/>
    <dgm:cxn modelId="{26A09916-BFFE-470F-817A-69C5719DEBC0}" type="presParOf" srcId="{2E817584-F1BB-4BFA-9007-DC2AF9413FE9}" destId="{244C8CA9-D47B-4EAC-8459-E0AD4CDB615D}" srcOrd="8" destOrd="0" presId="urn:microsoft.com/office/officeart/2005/8/layout/chevron2"/>
    <dgm:cxn modelId="{B19A2ECA-73F0-4837-9446-39F05608C650}" type="presParOf" srcId="{244C8CA9-D47B-4EAC-8459-E0AD4CDB615D}" destId="{A1A67C0F-8840-4A05-9E06-39150775BE6E}" srcOrd="0" destOrd="0" presId="urn:microsoft.com/office/officeart/2005/8/layout/chevron2"/>
    <dgm:cxn modelId="{C5042018-3070-47DC-A920-AB5A19C1498A}" type="presParOf" srcId="{244C8CA9-D47B-4EAC-8459-E0AD4CDB615D}" destId="{869323B4-430C-4C6D-879E-042520F448E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9FD97CF-55B7-41AF-A80B-22E35EDFBAF7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20CE5EE-2853-4DBA-8A49-D0CFDBA4BE27}">
      <dgm:prSet phldrT="[Text]"/>
      <dgm:spPr/>
      <dgm:t>
        <a:bodyPr/>
        <a:lstStyle/>
        <a:p>
          <a:r>
            <a:rPr lang="en-GB" b="1" dirty="0"/>
            <a:t>Next Steps:</a:t>
          </a:r>
        </a:p>
      </dgm:t>
    </dgm:pt>
    <dgm:pt modelId="{F57E86FC-CA10-4D60-8BDA-54002F23F6F3}" type="parTrans" cxnId="{B58ACE7F-1D4A-451E-981B-56AD0C78F57C}">
      <dgm:prSet/>
      <dgm:spPr/>
      <dgm:t>
        <a:bodyPr/>
        <a:lstStyle/>
        <a:p>
          <a:endParaRPr lang="en-GB"/>
        </a:p>
      </dgm:t>
    </dgm:pt>
    <dgm:pt modelId="{F110A9A1-F3AA-4A69-AE06-9B3F27198AB3}" type="sibTrans" cxnId="{B58ACE7F-1D4A-451E-981B-56AD0C78F57C}">
      <dgm:prSet/>
      <dgm:spPr/>
      <dgm:t>
        <a:bodyPr/>
        <a:lstStyle/>
        <a:p>
          <a:endParaRPr lang="en-GB"/>
        </a:p>
      </dgm:t>
    </dgm:pt>
    <dgm:pt modelId="{297414DB-8A2E-434E-B9D1-92037FCE0F75}">
      <dgm:prSet phldrT="[Text]"/>
      <dgm:spPr/>
      <dgm:t>
        <a:bodyPr/>
        <a:lstStyle/>
        <a:p>
          <a:r>
            <a:rPr lang="en-GB" b="1" dirty="0"/>
            <a:t>The Future:</a:t>
          </a:r>
        </a:p>
      </dgm:t>
    </dgm:pt>
    <dgm:pt modelId="{BF3357AD-8B12-41B4-A4F3-1F020B249943}" type="parTrans" cxnId="{16C40C25-BB01-4870-9022-F3F7AC1A201A}">
      <dgm:prSet/>
      <dgm:spPr/>
      <dgm:t>
        <a:bodyPr/>
        <a:lstStyle/>
        <a:p>
          <a:endParaRPr lang="en-GB"/>
        </a:p>
      </dgm:t>
    </dgm:pt>
    <dgm:pt modelId="{EC093FB9-F8E2-45E3-8502-53A63BFAA224}" type="sibTrans" cxnId="{16C40C25-BB01-4870-9022-F3F7AC1A201A}">
      <dgm:prSet/>
      <dgm:spPr/>
      <dgm:t>
        <a:bodyPr/>
        <a:lstStyle/>
        <a:p>
          <a:endParaRPr lang="en-GB"/>
        </a:p>
      </dgm:t>
    </dgm:pt>
    <dgm:pt modelId="{867EEABD-1413-468D-BD3D-3A0ED52BA98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For future projects, deploy as a visual tool for emergency services or climate dashboards.</a:t>
          </a:r>
        </a:p>
      </dgm:t>
    </dgm:pt>
    <dgm:pt modelId="{35E13886-C7E8-4810-AB59-CCEECCE1CB12}" type="parTrans" cxnId="{412DEE55-B763-4C3E-8D05-A8CFFC6D575E}">
      <dgm:prSet/>
      <dgm:spPr/>
      <dgm:t>
        <a:bodyPr/>
        <a:lstStyle/>
        <a:p>
          <a:endParaRPr lang="en-GB"/>
        </a:p>
      </dgm:t>
    </dgm:pt>
    <dgm:pt modelId="{F38E7A14-8D36-47C1-B20F-3B2ED4ED44E4}" type="sibTrans" cxnId="{412DEE55-B763-4C3E-8D05-A8CFFC6D575E}">
      <dgm:prSet/>
      <dgm:spPr/>
      <dgm:t>
        <a:bodyPr/>
        <a:lstStyle/>
        <a:p>
          <a:endParaRPr lang="en-GB"/>
        </a:p>
      </dgm:t>
    </dgm:pt>
    <dgm:pt modelId="{6D7E41EE-2D45-4BD8-8ECA-830F81468D9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Expand image categories (e.g. snow, fog, storms) for broader use.</a:t>
          </a:r>
        </a:p>
      </dgm:t>
    </dgm:pt>
    <dgm:pt modelId="{B90F60A0-9583-47A5-94A7-30FBFB59ED93}" type="sibTrans" cxnId="{AA22E145-428C-4594-A73C-A34202784F45}">
      <dgm:prSet/>
      <dgm:spPr/>
      <dgm:t>
        <a:bodyPr/>
        <a:lstStyle/>
        <a:p>
          <a:endParaRPr lang="en-GB"/>
        </a:p>
      </dgm:t>
    </dgm:pt>
    <dgm:pt modelId="{C769CABB-1BAF-4591-B9AC-229AE4359AC2}" type="parTrans" cxnId="{AA22E145-428C-4594-A73C-A34202784F45}">
      <dgm:prSet/>
      <dgm:spPr/>
      <dgm:t>
        <a:bodyPr/>
        <a:lstStyle/>
        <a:p>
          <a:endParaRPr lang="en-GB"/>
        </a:p>
      </dgm:t>
    </dgm:pt>
    <dgm:pt modelId="{6B705370-12DD-4776-81EF-1A9ADFD2EBB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Combine this with </a:t>
          </a:r>
          <a:r>
            <a:rPr lang="en-GB" i="1" dirty="0"/>
            <a:t>Generative adversarial networks (GANs</a:t>
          </a:r>
          <a:r>
            <a:rPr lang="en-GB" dirty="0"/>
            <a:t>) to stimulate future radar visuals</a:t>
          </a:r>
        </a:p>
      </dgm:t>
    </dgm:pt>
    <dgm:pt modelId="{C1C329BC-34B3-4584-BD40-F6929E43A1BF}" type="parTrans" cxnId="{757A99DE-B9F9-4797-A0AF-748BF830C61E}">
      <dgm:prSet/>
      <dgm:spPr/>
      <dgm:t>
        <a:bodyPr/>
        <a:lstStyle/>
        <a:p>
          <a:endParaRPr lang="en-GB"/>
        </a:p>
      </dgm:t>
    </dgm:pt>
    <dgm:pt modelId="{EE8B0952-9B02-4787-BA5C-981DC46F8A57}" type="sibTrans" cxnId="{757A99DE-B9F9-4797-A0AF-748BF830C61E}">
      <dgm:prSet/>
      <dgm:spPr/>
      <dgm:t>
        <a:bodyPr/>
        <a:lstStyle/>
        <a:p>
          <a:endParaRPr lang="en-GB"/>
        </a:p>
      </dgm:t>
    </dgm:pt>
    <dgm:pt modelId="{F4676FCB-F71F-4BDC-9809-67B037931C2A}" type="pres">
      <dgm:prSet presAssocID="{D9FD97CF-55B7-41AF-A80B-22E35EDFBAF7}" presName="Name0" presStyleCnt="0">
        <dgm:presLayoutVars>
          <dgm:dir/>
        </dgm:presLayoutVars>
      </dgm:prSet>
      <dgm:spPr/>
    </dgm:pt>
    <dgm:pt modelId="{10C2F00D-F9D5-40AF-B917-6E83371590FD}" type="pres">
      <dgm:prSet presAssocID="{920CE5EE-2853-4DBA-8A49-D0CFDBA4BE27}" presName="withChildren" presStyleCnt="0"/>
      <dgm:spPr/>
    </dgm:pt>
    <dgm:pt modelId="{AA69AAEA-5E99-45CD-8D3F-42576D921C91}" type="pres">
      <dgm:prSet presAssocID="{920CE5EE-2853-4DBA-8A49-D0CFDBA4BE27}" presName="bigCircle" presStyleLbl="vennNode1" presStyleIdx="0" presStyleCnt="5"/>
      <dgm:spPr/>
    </dgm:pt>
    <dgm:pt modelId="{0C330B3D-192B-4A60-B09C-79BD27E9E503}" type="pres">
      <dgm:prSet presAssocID="{920CE5EE-2853-4DBA-8A49-D0CFDBA4BE27}" presName="medCircle" presStyleLbl="vennNode1" presStyleIdx="1" presStyleCnt="5"/>
      <dgm:spPr/>
    </dgm:pt>
    <dgm:pt modelId="{529B3C64-206A-47D9-AB77-B56794501529}" type="pres">
      <dgm:prSet presAssocID="{920CE5EE-2853-4DBA-8A49-D0CFDBA4BE27}" presName="txLvl1" presStyleLbl="revTx" presStyleIdx="0" presStyleCnt="5"/>
      <dgm:spPr/>
    </dgm:pt>
    <dgm:pt modelId="{F668AF8C-628B-45E4-9D58-E3AB38AD8D68}" type="pres">
      <dgm:prSet presAssocID="{920CE5EE-2853-4DBA-8A49-D0CFDBA4BE27}" presName="lin" presStyleCnt="0"/>
      <dgm:spPr/>
    </dgm:pt>
    <dgm:pt modelId="{17927F9C-6AD5-4E81-9C75-186F3965C4A9}" type="pres">
      <dgm:prSet presAssocID="{6D7E41EE-2D45-4BD8-8ECA-830F81468D97}" presName="txLvl2" presStyleLbl="revTx" presStyleIdx="1" presStyleCnt="5"/>
      <dgm:spPr/>
    </dgm:pt>
    <dgm:pt modelId="{A0AE8418-AA31-44F1-A22B-90DD6FB53E1E}" type="pres">
      <dgm:prSet presAssocID="{B90F60A0-9583-47A5-94A7-30FBFB59ED93}" presName="smCircle" presStyleLbl="vennNode1" presStyleIdx="2" presStyleCnt="5"/>
      <dgm:spPr/>
    </dgm:pt>
    <dgm:pt modelId="{7D463665-313B-458E-875D-CA5D0C4CD342}" type="pres">
      <dgm:prSet presAssocID="{6B705370-12DD-4776-81EF-1A9ADFD2EBB1}" presName="txLvl2" presStyleLbl="revTx" presStyleIdx="2" presStyleCnt="5"/>
      <dgm:spPr/>
    </dgm:pt>
    <dgm:pt modelId="{E2856250-4E2E-497E-B536-FBC4941D63FE}" type="pres">
      <dgm:prSet presAssocID="{920CE5EE-2853-4DBA-8A49-D0CFDBA4BE27}" presName="overlap" presStyleCnt="0"/>
      <dgm:spPr/>
    </dgm:pt>
    <dgm:pt modelId="{7ED73441-FEF0-4DB1-BDA3-5A8600C840D9}" type="pres">
      <dgm:prSet presAssocID="{297414DB-8A2E-434E-B9D1-92037FCE0F75}" presName="withChildren" presStyleCnt="0"/>
      <dgm:spPr/>
    </dgm:pt>
    <dgm:pt modelId="{E6D40579-5CD3-4189-90B6-D1E941FBDA11}" type="pres">
      <dgm:prSet presAssocID="{297414DB-8A2E-434E-B9D1-92037FCE0F75}" presName="bigCircle" presStyleLbl="vennNode1" presStyleIdx="3" presStyleCnt="5"/>
      <dgm:spPr/>
    </dgm:pt>
    <dgm:pt modelId="{E8B1F75E-A341-4055-8C16-E3004725E050}" type="pres">
      <dgm:prSet presAssocID="{297414DB-8A2E-434E-B9D1-92037FCE0F75}" presName="medCircle" presStyleLbl="vennNode1" presStyleIdx="4" presStyleCnt="5"/>
      <dgm:spPr/>
    </dgm:pt>
    <dgm:pt modelId="{E876A35A-78AA-4DB3-BB14-0E5CE892380B}" type="pres">
      <dgm:prSet presAssocID="{297414DB-8A2E-434E-B9D1-92037FCE0F75}" presName="txLvl1" presStyleLbl="revTx" presStyleIdx="3" presStyleCnt="5"/>
      <dgm:spPr/>
    </dgm:pt>
    <dgm:pt modelId="{43916D4D-5C16-4C42-AAEF-BE23C2BDFD16}" type="pres">
      <dgm:prSet presAssocID="{297414DB-8A2E-434E-B9D1-92037FCE0F75}" presName="lin" presStyleCnt="0"/>
      <dgm:spPr/>
    </dgm:pt>
    <dgm:pt modelId="{A4B8CBF4-1BDC-449B-9E60-52857273604B}" type="pres">
      <dgm:prSet presAssocID="{867EEABD-1413-468D-BD3D-3A0ED52BA981}" presName="txLvl2" presStyleLbl="revTx" presStyleIdx="4" presStyleCnt="5"/>
      <dgm:spPr/>
    </dgm:pt>
  </dgm:ptLst>
  <dgm:cxnLst>
    <dgm:cxn modelId="{C3D96422-FD27-4C9B-B901-55F7E2768E01}" type="presOf" srcId="{6B705370-12DD-4776-81EF-1A9ADFD2EBB1}" destId="{7D463665-313B-458E-875D-CA5D0C4CD342}" srcOrd="0" destOrd="0" presId="urn:microsoft.com/office/officeart/2008/layout/VerticalCircleList"/>
    <dgm:cxn modelId="{16C40C25-BB01-4870-9022-F3F7AC1A201A}" srcId="{D9FD97CF-55B7-41AF-A80B-22E35EDFBAF7}" destId="{297414DB-8A2E-434E-B9D1-92037FCE0F75}" srcOrd="1" destOrd="0" parTransId="{BF3357AD-8B12-41B4-A4F3-1F020B249943}" sibTransId="{EC093FB9-F8E2-45E3-8502-53A63BFAA224}"/>
    <dgm:cxn modelId="{C8608C2D-019E-470C-8807-8A6118AE1F75}" type="presOf" srcId="{D9FD97CF-55B7-41AF-A80B-22E35EDFBAF7}" destId="{F4676FCB-F71F-4BDC-9809-67B037931C2A}" srcOrd="0" destOrd="0" presId="urn:microsoft.com/office/officeart/2008/layout/VerticalCircleList"/>
    <dgm:cxn modelId="{2AAD155C-6C64-4245-8F81-BD9F24CD9D32}" type="presOf" srcId="{867EEABD-1413-468D-BD3D-3A0ED52BA981}" destId="{A4B8CBF4-1BDC-449B-9E60-52857273604B}" srcOrd="0" destOrd="0" presId="urn:microsoft.com/office/officeart/2008/layout/VerticalCircleList"/>
    <dgm:cxn modelId="{AA22E145-428C-4594-A73C-A34202784F45}" srcId="{920CE5EE-2853-4DBA-8A49-D0CFDBA4BE27}" destId="{6D7E41EE-2D45-4BD8-8ECA-830F81468D97}" srcOrd="0" destOrd="0" parTransId="{C769CABB-1BAF-4591-B9AC-229AE4359AC2}" sibTransId="{B90F60A0-9583-47A5-94A7-30FBFB59ED93}"/>
    <dgm:cxn modelId="{412DEE55-B763-4C3E-8D05-A8CFFC6D575E}" srcId="{297414DB-8A2E-434E-B9D1-92037FCE0F75}" destId="{867EEABD-1413-468D-BD3D-3A0ED52BA981}" srcOrd="0" destOrd="0" parTransId="{35E13886-C7E8-4810-AB59-CCEECCE1CB12}" sibTransId="{F38E7A14-8D36-47C1-B20F-3B2ED4ED44E4}"/>
    <dgm:cxn modelId="{B58ACE7F-1D4A-451E-981B-56AD0C78F57C}" srcId="{D9FD97CF-55B7-41AF-A80B-22E35EDFBAF7}" destId="{920CE5EE-2853-4DBA-8A49-D0CFDBA4BE27}" srcOrd="0" destOrd="0" parTransId="{F57E86FC-CA10-4D60-8BDA-54002F23F6F3}" sibTransId="{F110A9A1-F3AA-4A69-AE06-9B3F27198AB3}"/>
    <dgm:cxn modelId="{25281D8A-6516-46F0-B969-0A2F1FF3B36E}" type="presOf" srcId="{297414DB-8A2E-434E-B9D1-92037FCE0F75}" destId="{E876A35A-78AA-4DB3-BB14-0E5CE892380B}" srcOrd="0" destOrd="0" presId="urn:microsoft.com/office/officeart/2008/layout/VerticalCircleList"/>
    <dgm:cxn modelId="{757A99DE-B9F9-4797-A0AF-748BF830C61E}" srcId="{920CE5EE-2853-4DBA-8A49-D0CFDBA4BE27}" destId="{6B705370-12DD-4776-81EF-1A9ADFD2EBB1}" srcOrd="1" destOrd="0" parTransId="{C1C329BC-34B3-4584-BD40-F6929E43A1BF}" sibTransId="{EE8B0952-9B02-4787-BA5C-981DC46F8A57}"/>
    <dgm:cxn modelId="{F687BAE2-8BC5-4326-9C7E-44B8519630A1}" type="presOf" srcId="{6D7E41EE-2D45-4BD8-8ECA-830F81468D97}" destId="{17927F9C-6AD5-4E81-9C75-186F3965C4A9}" srcOrd="0" destOrd="0" presId="urn:microsoft.com/office/officeart/2008/layout/VerticalCircleList"/>
    <dgm:cxn modelId="{6DDB88E8-C0C7-41F9-BC3F-E36CB76E54F6}" type="presOf" srcId="{920CE5EE-2853-4DBA-8A49-D0CFDBA4BE27}" destId="{529B3C64-206A-47D9-AB77-B56794501529}" srcOrd="0" destOrd="0" presId="urn:microsoft.com/office/officeart/2008/layout/VerticalCircleList"/>
    <dgm:cxn modelId="{EEB48A74-C2E6-4C6E-9E26-849B4792399C}" type="presParOf" srcId="{F4676FCB-F71F-4BDC-9809-67B037931C2A}" destId="{10C2F00D-F9D5-40AF-B917-6E83371590FD}" srcOrd="0" destOrd="0" presId="urn:microsoft.com/office/officeart/2008/layout/VerticalCircleList"/>
    <dgm:cxn modelId="{3B713551-FA11-4B49-B545-4E944DD9FE37}" type="presParOf" srcId="{10C2F00D-F9D5-40AF-B917-6E83371590FD}" destId="{AA69AAEA-5E99-45CD-8D3F-42576D921C91}" srcOrd="0" destOrd="0" presId="urn:microsoft.com/office/officeart/2008/layout/VerticalCircleList"/>
    <dgm:cxn modelId="{B996D220-ED77-44A5-817A-91A39C19C451}" type="presParOf" srcId="{10C2F00D-F9D5-40AF-B917-6E83371590FD}" destId="{0C330B3D-192B-4A60-B09C-79BD27E9E503}" srcOrd="1" destOrd="0" presId="urn:microsoft.com/office/officeart/2008/layout/VerticalCircleList"/>
    <dgm:cxn modelId="{6251CCB2-4E8F-4AA1-B262-055ED96DC1B6}" type="presParOf" srcId="{10C2F00D-F9D5-40AF-B917-6E83371590FD}" destId="{529B3C64-206A-47D9-AB77-B56794501529}" srcOrd="2" destOrd="0" presId="urn:microsoft.com/office/officeart/2008/layout/VerticalCircleList"/>
    <dgm:cxn modelId="{9ED3ADCF-671B-4248-95A6-1EE4A7AAF007}" type="presParOf" srcId="{10C2F00D-F9D5-40AF-B917-6E83371590FD}" destId="{F668AF8C-628B-45E4-9D58-E3AB38AD8D68}" srcOrd="3" destOrd="0" presId="urn:microsoft.com/office/officeart/2008/layout/VerticalCircleList"/>
    <dgm:cxn modelId="{43888C9A-8B9C-4F42-A52D-78FE63D0A9B7}" type="presParOf" srcId="{F668AF8C-628B-45E4-9D58-E3AB38AD8D68}" destId="{17927F9C-6AD5-4E81-9C75-186F3965C4A9}" srcOrd="0" destOrd="0" presId="urn:microsoft.com/office/officeart/2008/layout/VerticalCircleList"/>
    <dgm:cxn modelId="{86EDBB82-7CFC-45A6-B346-28AB35524629}" type="presParOf" srcId="{F668AF8C-628B-45E4-9D58-E3AB38AD8D68}" destId="{A0AE8418-AA31-44F1-A22B-90DD6FB53E1E}" srcOrd="1" destOrd="0" presId="urn:microsoft.com/office/officeart/2008/layout/VerticalCircleList"/>
    <dgm:cxn modelId="{CF4E6742-3A65-4B2A-9E39-FF0005A1BA38}" type="presParOf" srcId="{F668AF8C-628B-45E4-9D58-E3AB38AD8D68}" destId="{7D463665-313B-458E-875D-CA5D0C4CD342}" srcOrd="2" destOrd="0" presId="urn:microsoft.com/office/officeart/2008/layout/VerticalCircleList"/>
    <dgm:cxn modelId="{A8B3EBC7-A57D-4543-AA98-BB6DF9C127EB}" type="presParOf" srcId="{F4676FCB-F71F-4BDC-9809-67B037931C2A}" destId="{E2856250-4E2E-497E-B536-FBC4941D63FE}" srcOrd="1" destOrd="0" presId="urn:microsoft.com/office/officeart/2008/layout/VerticalCircleList"/>
    <dgm:cxn modelId="{EA33FCF5-C842-4DD8-91FB-1B0CACD1E80F}" type="presParOf" srcId="{F4676FCB-F71F-4BDC-9809-67B037931C2A}" destId="{7ED73441-FEF0-4DB1-BDA3-5A8600C840D9}" srcOrd="2" destOrd="0" presId="urn:microsoft.com/office/officeart/2008/layout/VerticalCircleList"/>
    <dgm:cxn modelId="{4415311B-C673-471F-ABE7-EE5C60D90665}" type="presParOf" srcId="{7ED73441-FEF0-4DB1-BDA3-5A8600C840D9}" destId="{E6D40579-5CD3-4189-90B6-D1E941FBDA11}" srcOrd="0" destOrd="0" presId="urn:microsoft.com/office/officeart/2008/layout/VerticalCircleList"/>
    <dgm:cxn modelId="{7A91EC5E-D468-4558-8D92-BB29D1707FC9}" type="presParOf" srcId="{7ED73441-FEF0-4DB1-BDA3-5A8600C840D9}" destId="{E8B1F75E-A341-4055-8C16-E3004725E050}" srcOrd="1" destOrd="0" presId="urn:microsoft.com/office/officeart/2008/layout/VerticalCircleList"/>
    <dgm:cxn modelId="{6BB7B27F-A666-457F-BCE5-538CB1629E4C}" type="presParOf" srcId="{7ED73441-FEF0-4DB1-BDA3-5A8600C840D9}" destId="{E876A35A-78AA-4DB3-BB14-0E5CE892380B}" srcOrd="2" destOrd="0" presId="urn:microsoft.com/office/officeart/2008/layout/VerticalCircleList"/>
    <dgm:cxn modelId="{066598C4-181D-4F77-8DFC-3E5CEA7652C3}" type="presParOf" srcId="{7ED73441-FEF0-4DB1-BDA3-5A8600C840D9}" destId="{43916D4D-5C16-4C42-AAEF-BE23C2BDFD16}" srcOrd="3" destOrd="0" presId="urn:microsoft.com/office/officeart/2008/layout/VerticalCircleList"/>
    <dgm:cxn modelId="{01CD7650-FED3-4495-93ED-523A66F87C9D}" type="presParOf" srcId="{43916D4D-5C16-4C42-AAEF-BE23C2BDFD16}" destId="{A4B8CBF4-1BDC-449B-9E60-52857273604B}" srcOrd="0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A5DBA55-57AF-4D16-B1D5-F06D6BF43FE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D544E0C-2074-4A19-B380-AEC1342389E9}">
      <dgm:prSet phldrT="[Text]"/>
      <dgm:spPr/>
      <dgm:t>
        <a:bodyPr/>
        <a:lstStyle/>
        <a:p>
          <a:r>
            <a:rPr lang="en-GB" dirty="0"/>
            <a:t>Error</a:t>
          </a:r>
        </a:p>
      </dgm:t>
    </dgm:pt>
    <dgm:pt modelId="{39104BBB-9F18-4A1B-81BC-B2F226B0DC7D}" type="parTrans" cxnId="{49517281-841D-435A-B0EE-64063B715B1E}">
      <dgm:prSet/>
      <dgm:spPr/>
      <dgm:t>
        <a:bodyPr/>
        <a:lstStyle/>
        <a:p>
          <a:endParaRPr lang="en-GB"/>
        </a:p>
      </dgm:t>
    </dgm:pt>
    <dgm:pt modelId="{3346548C-DCCB-4385-BD49-51C76BEE2761}" type="sibTrans" cxnId="{49517281-841D-435A-B0EE-64063B715B1E}">
      <dgm:prSet/>
      <dgm:spPr/>
      <dgm:t>
        <a:bodyPr/>
        <a:lstStyle/>
        <a:p>
          <a:endParaRPr lang="en-GB"/>
        </a:p>
      </dgm:t>
    </dgm:pt>
    <dgm:pt modelId="{C045D3DC-CFCA-4175-8077-BD7C60F65229}">
      <dgm:prSet phldrT="[Text]"/>
      <dgm:spPr/>
      <dgm:t>
        <a:bodyPr/>
        <a:lstStyle/>
        <a:p>
          <a:r>
            <a:rPr lang="en-GB" dirty="0"/>
            <a:t>At the start both training and validation drop quickly – a sign the model is learning.</a:t>
          </a:r>
        </a:p>
      </dgm:t>
    </dgm:pt>
    <dgm:pt modelId="{99984A77-5080-4296-877E-80496206F80E}" type="parTrans" cxnId="{5CE89DF5-FADC-43EA-AB37-B8D344EFD57B}">
      <dgm:prSet/>
      <dgm:spPr/>
      <dgm:t>
        <a:bodyPr/>
        <a:lstStyle/>
        <a:p>
          <a:endParaRPr lang="en-GB"/>
        </a:p>
      </dgm:t>
    </dgm:pt>
    <dgm:pt modelId="{E28D5FCB-BB7D-4EBA-838A-8C303F4CBEF3}" type="sibTrans" cxnId="{5CE89DF5-FADC-43EA-AB37-B8D344EFD57B}">
      <dgm:prSet/>
      <dgm:spPr/>
      <dgm:t>
        <a:bodyPr/>
        <a:lstStyle/>
        <a:p>
          <a:endParaRPr lang="en-GB"/>
        </a:p>
      </dgm:t>
    </dgm:pt>
    <dgm:pt modelId="{67187797-92A4-49DA-AA41-E3C05D547258}">
      <dgm:prSet phldrT="[Text]"/>
      <dgm:spPr/>
      <dgm:t>
        <a:bodyPr/>
        <a:lstStyle/>
        <a:p>
          <a:r>
            <a:rPr lang="en-GB" dirty="0"/>
            <a:t>The training loss continues to improve but the validation loss fluctuates after about 10 epochs (rounds).</a:t>
          </a:r>
        </a:p>
      </dgm:t>
    </dgm:pt>
    <dgm:pt modelId="{5E3FFFA5-9F4A-49C8-A408-5F46A4CCC098}" type="parTrans" cxnId="{FCC733DC-8B16-484F-B8E5-538F1144C44A}">
      <dgm:prSet/>
      <dgm:spPr/>
      <dgm:t>
        <a:bodyPr/>
        <a:lstStyle/>
        <a:p>
          <a:endParaRPr lang="en-GB"/>
        </a:p>
      </dgm:t>
    </dgm:pt>
    <dgm:pt modelId="{29F38DE5-7B77-4747-AFE4-69813A6D4BD3}" type="sibTrans" cxnId="{FCC733DC-8B16-484F-B8E5-538F1144C44A}">
      <dgm:prSet/>
      <dgm:spPr/>
      <dgm:t>
        <a:bodyPr/>
        <a:lstStyle/>
        <a:p>
          <a:endParaRPr lang="en-GB"/>
        </a:p>
      </dgm:t>
    </dgm:pt>
    <dgm:pt modelId="{934534C5-FD83-45E5-BA06-3B4DE0DF2DE1}">
      <dgm:prSet phldrT="[Text]"/>
      <dgm:spPr/>
      <dgm:t>
        <a:bodyPr/>
        <a:lstStyle/>
        <a:p>
          <a:r>
            <a:rPr lang="en-GB" dirty="0"/>
            <a:t>This pattern suggests the model may be starting to overfit the training data slightly (i.e. It’s learning noise, not just patterns).</a:t>
          </a:r>
        </a:p>
      </dgm:t>
    </dgm:pt>
    <dgm:pt modelId="{4F424E0E-077E-4C8A-9466-83C57F9822CB}" type="parTrans" cxnId="{2DF30AA3-12E0-451D-B92D-912D51CCFFD6}">
      <dgm:prSet/>
      <dgm:spPr/>
      <dgm:t>
        <a:bodyPr/>
        <a:lstStyle/>
        <a:p>
          <a:endParaRPr lang="en-GB"/>
        </a:p>
      </dgm:t>
    </dgm:pt>
    <dgm:pt modelId="{F5CFCD2F-B0A8-4E5F-825E-A50DB0EB895B}" type="sibTrans" cxnId="{2DF30AA3-12E0-451D-B92D-912D51CCFFD6}">
      <dgm:prSet/>
      <dgm:spPr/>
      <dgm:t>
        <a:bodyPr/>
        <a:lstStyle/>
        <a:p>
          <a:endParaRPr lang="en-GB"/>
        </a:p>
      </dgm:t>
    </dgm:pt>
    <dgm:pt modelId="{8618BCCD-27A9-4AE0-AC39-12EB42265676}" type="pres">
      <dgm:prSet presAssocID="{DA5DBA55-57AF-4D16-B1D5-F06D6BF43FE3}" presName="vert0" presStyleCnt="0">
        <dgm:presLayoutVars>
          <dgm:dir/>
          <dgm:animOne val="branch"/>
          <dgm:animLvl val="lvl"/>
        </dgm:presLayoutVars>
      </dgm:prSet>
      <dgm:spPr/>
    </dgm:pt>
    <dgm:pt modelId="{E5DB32A5-F40E-4AB2-9B70-1562ADD8B49E}" type="pres">
      <dgm:prSet presAssocID="{3D544E0C-2074-4A19-B380-AEC1342389E9}" presName="thickLine" presStyleLbl="alignNode1" presStyleIdx="0" presStyleCnt="1"/>
      <dgm:spPr/>
    </dgm:pt>
    <dgm:pt modelId="{2FF1654E-0B19-4096-A73B-B2FDD36F9420}" type="pres">
      <dgm:prSet presAssocID="{3D544E0C-2074-4A19-B380-AEC1342389E9}" presName="horz1" presStyleCnt="0"/>
      <dgm:spPr/>
    </dgm:pt>
    <dgm:pt modelId="{CEA9EDDE-D28A-435A-BB28-7A80234695FA}" type="pres">
      <dgm:prSet presAssocID="{3D544E0C-2074-4A19-B380-AEC1342389E9}" presName="tx1" presStyleLbl="revTx" presStyleIdx="0" presStyleCnt="4"/>
      <dgm:spPr/>
    </dgm:pt>
    <dgm:pt modelId="{22D0DE69-FFA1-4031-82FE-E6B526E89F18}" type="pres">
      <dgm:prSet presAssocID="{3D544E0C-2074-4A19-B380-AEC1342389E9}" presName="vert1" presStyleCnt="0"/>
      <dgm:spPr/>
    </dgm:pt>
    <dgm:pt modelId="{E60B7389-0EB0-4FDB-AB5C-BD9D40359808}" type="pres">
      <dgm:prSet presAssocID="{C045D3DC-CFCA-4175-8077-BD7C60F65229}" presName="vertSpace2a" presStyleCnt="0"/>
      <dgm:spPr/>
    </dgm:pt>
    <dgm:pt modelId="{E7209BBA-E9A1-4D7E-BC84-E9BE2666B562}" type="pres">
      <dgm:prSet presAssocID="{C045D3DC-CFCA-4175-8077-BD7C60F65229}" presName="horz2" presStyleCnt="0"/>
      <dgm:spPr/>
    </dgm:pt>
    <dgm:pt modelId="{E9799786-7A44-4C42-9948-3B4E4EBA52CF}" type="pres">
      <dgm:prSet presAssocID="{C045D3DC-CFCA-4175-8077-BD7C60F65229}" presName="horzSpace2" presStyleCnt="0"/>
      <dgm:spPr/>
    </dgm:pt>
    <dgm:pt modelId="{F79D4A55-DB62-44B2-893D-6DFEF406D60C}" type="pres">
      <dgm:prSet presAssocID="{C045D3DC-CFCA-4175-8077-BD7C60F65229}" presName="tx2" presStyleLbl="revTx" presStyleIdx="1" presStyleCnt="4"/>
      <dgm:spPr/>
    </dgm:pt>
    <dgm:pt modelId="{370A7E9C-47DF-4FB6-9F70-0CCF531EEA3B}" type="pres">
      <dgm:prSet presAssocID="{C045D3DC-CFCA-4175-8077-BD7C60F65229}" presName="vert2" presStyleCnt="0"/>
      <dgm:spPr/>
    </dgm:pt>
    <dgm:pt modelId="{7D8CF1A2-DB82-47A6-B6EC-59722D08705C}" type="pres">
      <dgm:prSet presAssocID="{C045D3DC-CFCA-4175-8077-BD7C60F65229}" presName="thinLine2b" presStyleLbl="callout" presStyleIdx="0" presStyleCnt="3"/>
      <dgm:spPr/>
    </dgm:pt>
    <dgm:pt modelId="{D45A0A9F-20A0-4242-B23F-311CE11ED02E}" type="pres">
      <dgm:prSet presAssocID="{C045D3DC-CFCA-4175-8077-BD7C60F65229}" presName="vertSpace2b" presStyleCnt="0"/>
      <dgm:spPr/>
    </dgm:pt>
    <dgm:pt modelId="{6D9BDA92-A98E-428D-8E9D-E38B346682FC}" type="pres">
      <dgm:prSet presAssocID="{67187797-92A4-49DA-AA41-E3C05D547258}" presName="horz2" presStyleCnt="0"/>
      <dgm:spPr/>
    </dgm:pt>
    <dgm:pt modelId="{4AD6A9EE-06A2-4F06-A64F-51D0AB0CD5C5}" type="pres">
      <dgm:prSet presAssocID="{67187797-92A4-49DA-AA41-E3C05D547258}" presName="horzSpace2" presStyleCnt="0"/>
      <dgm:spPr/>
    </dgm:pt>
    <dgm:pt modelId="{AF2B93A4-F8FE-4ACC-9E6A-9EA15F20BD74}" type="pres">
      <dgm:prSet presAssocID="{67187797-92A4-49DA-AA41-E3C05D547258}" presName="tx2" presStyleLbl="revTx" presStyleIdx="2" presStyleCnt="4"/>
      <dgm:spPr/>
    </dgm:pt>
    <dgm:pt modelId="{30B6C93A-B691-473F-8CBD-D2F4FB27A2E8}" type="pres">
      <dgm:prSet presAssocID="{67187797-92A4-49DA-AA41-E3C05D547258}" presName="vert2" presStyleCnt="0"/>
      <dgm:spPr/>
    </dgm:pt>
    <dgm:pt modelId="{EC48AD53-DEFB-4CEA-9861-35624B506C74}" type="pres">
      <dgm:prSet presAssocID="{67187797-92A4-49DA-AA41-E3C05D547258}" presName="thinLine2b" presStyleLbl="callout" presStyleIdx="1" presStyleCnt="3"/>
      <dgm:spPr/>
    </dgm:pt>
    <dgm:pt modelId="{7AD4283D-B45D-4601-8F9F-6E5F6AB5E8D9}" type="pres">
      <dgm:prSet presAssocID="{67187797-92A4-49DA-AA41-E3C05D547258}" presName="vertSpace2b" presStyleCnt="0"/>
      <dgm:spPr/>
    </dgm:pt>
    <dgm:pt modelId="{437A3023-6ED9-4B94-A61A-860337C8964A}" type="pres">
      <dgm:prSet presAssocID="{934534C5-FD83-45E5-BA06-3B4DE0DF2DE1}" presName="horz2" presStyleCnt="0"/>
      <dgm:spPr/>
    </dgm:pt>
    <dgm:pt modelId="{000565F9-F1AD-4A8A-9816-8182C57E0E2A}" type="pres">
      <dgm:prSet presAssocID="{934534C5-FD83-45E5-BA06-3B4DE0DF2DE1}" presName="horzSpace2" presStyleCnt="0"/>
      <dgm:spPr/>
    </dgm:pt>
    <dgm:pt modelId="{CA652B13-F6EE-4ED8-A9EE-696BA7E9C8D7}" type="pres">
      <dgm:prSet presAssocID="{934534C5-FD83-45E5-BA06-3B4DE0DF2DE1}" presName="tx2" presStyleLbl="revTx" presStyleIdx="3" presStyleCnt="4"/>
      <dgm:spPr/>
    </dgm:pt>
    <dgm:pt modelId="{420E91E6-4D50-4692-8EA5-B05EACDBC30C}" type="pres">
      <dgm:prSet presAssocID="{934534C5-FD83-45E5-BA06-3B4DE0DF2DE1}" presName="vert2" presStyleCnt="0"/>
      <dgm:spPr/>
    </dgm:pt>
    <dgm:pt modelId="{D154C87B-6A98-4FB4-A336-D8951D13D4A9}" type="pres">
      <dgm:prSet presAssocID="{934534C5-FD83-45E5-BA06-3B4DE0DF2DE1}" presName="thinLine2b" presStyleLbl="callout" presStyleIdx="2" presStyleCnt="3"/>
      <dgm:spPr/>
    </dgm:pt>
    <dgm:pt modelId="{E8C9831C-13C1-45F9-B3B6-D75207E1AB24}" type="pres">
      <dgm:prSet presAssocID="{934534C5-FD83-45E5-BA06-3B4DE0DF2DE1}" presName="vertSpace2b" presStyleCnt="0"/>
      <dgm:spPr/>
    </dgm:pt>
  </dgm:ptLst>
  <dgm:cxnLst>
    <dgm:cxn modelId="{DB1DA12A-4984-49F9-8F46-697D66DBC94C}" type="presOf" srcId="{C045D3DC-CFCA-4175-8077-BD7C60F65229}" destId="{F79D4A55-DB62-44B2-893D-6DFEF406D60C}" srcOrd="0" destOrd="0" presId="urn:microsoft.com/office/officeart/2008/layout/LinedList"/>
    <dgm:cxn modelId="{49517281-841D-435A-B0EE-64063B715B1E}" srcId="{DA5DBA55-57AF-4D16-B1D5-F06D6BF43FE3}" destId="{3D544E0C-2074-4A19-B380-AEC1342389E9}" srcOrd="0" destOrd="0" parTransId="{39104BBB-9F18-4A1B-81BC-B2F226B0DC7D}" sibTransId="{3346548C-DCCB-4385-BD49-51C76BEE2761}"/>
    <dgm:cxn modelId="{2DF30AA3-12E0-451D-B92D-912D51CCFFD6}" srcId="{3D544E0C-2074-4A19-B380-AEC1342389E9}" destId="{934534C5-FD83-45E5-BA06-3B4DE0DF2DE1}" srcOrd="2" destOrd="0" parTransId="{4F424E0E-077E-4C8A-9466-83C57F9822CB}" sibTransId="{F5CFCD2F-B0A8-4E5F-825E-A50DB0EB895B}"/>
    <dgm:cxn modelId="{0F3869AA-A6E0-4F66-B222-DAF243DED0A1}" type="presOf" srcId="{934534C5-FD83-45E5-BA06-3B4DE0DF2DE1}" destId="{CA652B13-F6EE-4ED8-A9EE-696BA7E9C8D7}" srcOrd="0" destOrd="0" presId="urn:microsoft.com/office/officeart/2008/layout/LinedList"/>
    <dgm:cxn modelId="{3774C1B1-2CEE-4FF2-B22A-756EF73E53A9}" type="presOf" srcId="{67187797-92A4-49DA-AA41-E3C05D547258}" destId="{AF2B93A4-F8FE-4ACC-9E6A-9EA15F20BD74}" srcOrd="0" destOrd="0" presId="urn:microsoft.com/office/officeart/2008/layout/LinedList"/>
    <dgm:cxn modelId="{CA54ADC9-FAED-4F99-96FB-46F9DF0B7498}" type="presOf" srcId="{3D544E0C-2074-4A19-B380-AEC1342389E9}" destId="{CEA9EDDE-D28A-435A-BB28-7A80234695FA}" srcOrd="0" destOrd="0" presId="urn:microsoft.com/office/officeart/2008/layout/LinedList"/>
    <dgm:cxn modelId="{FCC733DC-8B16-484F-B8E5-538F1144C44A}" srcId="{3D544E0C-2074-4A19-B380-AEC1342389E9}" destId="{67187797-92A4-49DA-AA41-E3C05D547258}" srcOrd="1" destOrd="0" parTransId="{5E3FFFA5-9F4A-49C8-A408-5F46A4CCC098}" sibTransId="{29F38DE5-7B77-4747-AFE4-69813A6D4BD3}"/>
    <dgm:cxn modelId="{EDE1F6EE-CADA-41BB-9102-B22530BC42B9}" type="presOf" srcId="{DA5DBA55-57AF-4D16-B1D5-F06D6BF43FE3}" destId="{8618BCCD-27A9-4AE0-AC39-12EB42265676}" srcOrd="0" destOrd="0" presId="urn:microsoft.com/office/officeart/2008/layout/LinedList"/>
    <dgm:cxn modelId="{5CE89DF5-FADC-43EA-AB37-B8D344EFD57B}" srcId="{3D544E0C-2074-4A19-B380-AEC1342389E9}" destId="{C045D3DC-CFCA-4175-8077-BD7C60F65229}" srcOrd="0" destOrd="0" parTransId="{99984A77-5080-4296-877E-80496206F80E}" sibTransId="{E28D5FCB-BB7D-4EBA-838A-8C303F4CBEF3}"/>
    <dgm:cxn modelId="{1E164EC4-2078-4BF9-BC16-00A3C3903D7D}" type="presParOf" srcId="{8618BCCD-27A9-4AE0-AC39-12EB42265676}" destId="{E5DB32A5-F40E-4AB2-9B70-1562ADD8B49E}" srcOrd="0" destOrd="0" presId="urn:microsoft.com/office/officeart/2008/layout/LinedList"/>
    <dgm:cxn modelId="{1DB01A6A-E670-4AC8-A098-4AEB060D683F}" type="presParOf" srcId="{8618BCCD-27A9-4AE0-AC39-12EB42265676}" destId="{2FF1654E-0B19-4096-A73B-B2FDD36F9420}" srcOrd="1" destOrd="0" presId="urn:microsoft.com/office/officeart/2008/layout/LinedList"/>
    <dgm:cxn modelId="{99F77EB1-BD96-4CD2-A5C5-DCF675132A68}" type="presParOf" srcId="{2FF1654E-0B19-4096-A73B-B2FDD36F9420}" destId="{CEA9EDDE-D28A-435A-BB28-7A80234695FA}" srcOrd="0" destOrd="0" presId="urn:microsoft.com/office/officeart/2008/layout/LinedList"/>
    <dgm:cxn modelId="{812385A1-53C5-4AAE-8A2D-C9399ACBF83E}" type="presParOf" srcId="{2FF1654E-0B19-4096-A73B-B2FDD36F9420}" destId="{22D0DE69-FFA1-4031-82FE-E6B526E89F18}" srcOrd="1" destOrd="0" presId="urn:microsoft.com/office/officeart/2008/layout/LinedList"/>
    <dgm:cxn modelId="{41604CCC-38BD-4350-8835-CE1328A82E27}" type="presParOf" srcId="{22D0DE69-FFA1-4031-82FE-E6B526E89F18}" destId="{E60B7389-0EB0-4FDB-AB5C-BD9D40359808}" srcOrd="0" destOrd="0" presId="urn:microsoft.com/office/officeart/2008/layout/LinedList"/>
    <dgm:cxn modelId="{C471FB89-EE77-4E41-B26B-BC7E87224CD2}" type="presParOf" srcId="{22D0DE69-FFA1-4031-82FE-E6B526E89F18}" destId="{E7209BBA-E9A1-4D7E-BC84-E9BE2666B562}" srcOrd="1" destOrd="0" presId="urn:microsoft.com/office/officeart/2008/layout/LinedList"/>
    <dgm:cxn modelId="{2CB1F5A6-EAE1-470B-8221-DB70F6E71A56}" type="presParOf" srcId="{E7209BBA-E9A1-4D7E-BC84-E9BE2666B562}" destId="{E9799786-7A44-4C42-9948-3B4E4EBA52CF}" srcOrd="0" destOrd="0" presId="urn:microsoft.com/office/officeart/2008/layout/LinedList"/>
    <dgm:cxn modelId="{5B335D36-7412-434F-BE7D-2B55DF52FF3E}" type="presParOf" srcId="{E7209BBA-E9A1-4D7E-BC84-E9BE2666B562}" destId="{F79D4A55-DB62-44B2-893D-6DFEF406D60C}" srcOrd="1" destOrd="0" presId="urn:microsoft.com/office/officeart/2008/layout/LinedList"/>
    <dgm:cxn modelId="{381BA261-AFDA-4972-AF3F-874316A0FB2D}" type="presParOf" srcId="{E7209BBA-E9A1-4D7E-BC84-E9BE2666B562}" destId="{370A7E9C-47DF-4FB6-9F70-0CCF531EEA3B}" srcOrd="2" destOrd="0" presId="urn:microsoft.com/office/officeart/2008/layout/LinedList"/>
    <dgm:cxn modelId="{B34F9D49-21D9-4EE4-A81A-BAF55BCD671F}" type="presParOf" srcId="{22D0DE69-FFA1-4031-82FE-E6B526E89F18}" destId="{7D8CF1A2-DB82-47A6-B6EC-59722D08705C}" srcOrd="2" destOrd="0" presId="urn:microsoft.com/office/officeart/2008/layout/LinedList"/>
    <dgm:cxn modelId="{5A530431-B0AC-4DDE-9E04-59AAAEF4FD0C}" type="presParOf" srcId="{22D0DE69-FFA1-4031-82FE-E6B526E89F18}" destId="{D45A0A9F-20A0-4242-B23F-311CE11ED02E}" srcOrd="3" destOrd="0" presId="urn:microsoft.com/office/officeart/2008/layout/LinedList"/>
    <dgm:cxn modelId="{859C0BD2-9275-4761-9D2F-D792EA8399CF}" type="presParOf" srcId="{22D0DE69-FFA1-4031-82FE-E6B526E89F18}" destId="{6D9BDA92-A98E-428D-8E9D-E38B346682FC}" srcOrd="4" destOrd="0" presId="urn:microsoft.com/office/officeart/2008/layout/LinedList"/>
    <dgm:cxn modelId="{192C4922-DEB0-436D-9F5E-82CD70D9BB23}" type="presParOf" srcId="{6D9BDA92-A98E-428D-8E9D-E38B346682FC}" destId="{4AD6A9EE-06A2-4F06-A64F-51D0AB0CD5C5}" srcOrd="0" destOrd="0" presId="urn:microsoft.com/office/officeart/2008/layout/LinedList"/>
    <dgm:cxn modelId="{737C0D9F-BFE5-452B-8146-0E0923BE3E66}" type="presParOf" srcId="{6D9BDA92-A98E-428D-8E9D-E38B346682FC}" destId="{AF2B93A4-F8FE-4ACC-9E6A-9EA15F20BD74}" srcOrd="1" destOrd="0" presId="urn:microsoft.com/office/officeart/2008/layout/LinedList"/>
    <dgm:cxn modelId="{0C8AA990-1818-474F-926D-95B1AFAB22BB}" type="presParOf" srcId="{6D9BDA92-A98E-428D-8E9D-E38B346682FC}" destId="{30B6C93A-B691-473F-8CBD-D2F4FB27A2E8}" srcOrd="2" destOrd="0" presId="urn:microsoft.com/office/officeart/2008/layout/LinedList"/>
    <dgm:cxn modelId="{63759760-679A-4BCA-8068-8B27429A91DC}" type="presParOf" srcId="{22D0DE69-FFA1-4031-82FE-E6B526E89F18}" destId="{EC48AD53-DEFB-4CEA-9861-35624B506C74}" srcOrd="5" destOrd="0" presId="urn:microsoft.com/office/officeart/2008/layout/LinedList"/>
    <dgm:cxn modelId="{71BD0682-464A-4DA5-8664-6CD31F887CFD}" type="presParOf" srcId="{22D0DE69-FFA1-4031-82FE-E6B526E89F18}" destId="{7AD4283D-B45D-4601-8F9F-6E5F6AB5E8D9}" srcOrd="6" destOrd="0" presId="urn:microsoft.com/office/officeart/2008/layout/LinedList"/>
    <dgm:cxn modelId="{D6D084A1-2DE5-4F77-A0D3-A4DCC75C6E6A}" type="presParOf" srcId="{22D0DE69-FFA1-4031-82FE-E6B526E89F18}" destId="{437A3023-6ED9-4B94-A61A-860337C8964A}" srcOrd="7" destOrd="0" presId="urn:microsoft.com/office/officeart/2008/layout/LinedList"/>
    <dgm:cxn modelId="{A1E4E97D-7627-4282-BFDD-65D15D5C23C1}" type="presParOf" srcId="{437A3023-6ED9-4B94-A61A-860337C8964A}" destId="{000565F9-F1AD-4A8A-9816-8182C57E0E2A}" srcOrd="0" destOrd="0" presId="urn:microsoft.com/office/officeart/2008/layout/LinedList"/>
    <dgm:cxn modelId="{13CA03E9-B1F3-4BCF-888F-67CD26384C5E}" type="presParOf" srcId="{437A3023-6ED9-4B94-A61A-860337C8964A}" destId="{CA652B13-F6EE-4ED8-A9EE-696BA7E9C8D7}" srcOrd="1" destOrd="0" presId="urn:microsoft.com/office/officeart/2008/layout/LinedList"/>
    <dgm:cxn modelId="{9CCBDCD1-4BC6-4041-A359-17E82D656BCE}" type="presParOf" srcId="{437A3023-6ED9-4B94-A61A-860337C8964A}" destId="{420E91E6-4D50-4692-8EA5-B05EACDBC30C}" srcOrd="2" destOrd="0" presId="urn:microsoft.com/office/officeart/2008/layout/LinedList"/>
    <dgm:cxn modelId="{FB51E342-B4AC-4468-9A93-63FB5C6CF7CC}" type="presParOf" srcId="{22D0DE69-FFA1-4031-82FE-E6B526E89F18}" destId="{D154C87B-6A98-4FB4-A336-D8951D13D4A9}" srcOrd="8" destOrd="0" presId="urn:microsoft.com/office/officeart/2008/layout/LinedList"/>
    <dgm:cxn modelId="{B1FBDB75-A6A8-4153-9CCD-9547BE80536F}" type="presParOf" srcId="{22D0DE69-FFA1-4031-82FE-E6B526E89F18}" destId="{E8C9831C-13C1-45F9-B3B6-D75207E1AB24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A5DBA55-57AF-4D16-B1D5-F06D6BF43FE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D544E0C-2074-4A19-B380-AEC1342389E9}">
      <dgm:prSet phldrT="[Text]"/>
      <dgm:spPr/>
      <dgm:t>
        <a:bodyPr/>
        <a:lstStyle/>
        <a:p>
          <a:r>
            <a:rPr lang="en-GB" dirty="0"/>
            <a:t>Accuracy</a:t>
          </a:r>
        </a:p>
      </dgm:t>
    </dgm:pt>
    <dgm:pt modelId="{39104BBB-9F18-4A1B-81BC-B2F226B0DC7D}" type="parTrans" cxnId="{49517281-841D-435A-B0EE-64063B715B1E}">
      <dgm:prSet/>
      <dgm:spPr/>
      <dgm:t>
        <a:bodyPr/>
        <a:lstStyle/>
        <a:p>
          <a:endParaRPr lang="en-GB"/>
        </a:p>
      </dgm:t>
    </dgm:pt>
    <dgm:pt modelId="{3346548C-DCCB-4385-BD49-51C76BEE2761}" type="sibTrans" cxnId="{49517281-841D-435A-B0EE-64063B715B1E}">
      <dgm:prSet/>
      <dgm:spPr/>
      <dgm:t>
        <a:bodyPr/>
        <a:lstStyle/>
        <a:p>
          <a:endParaRPr lang="en-GB"/>
        </a:p>
      </dgm:t>
    </dgm:pt>
    <dgm:pt modelId="{C045D3DC-CFCA-4175-8077-BD7C60F65229}">
      <dgm:prSet phldrT="[Text]"/>
      <dgm:spPr/>
      <dgm:t>
        <a:bodyPr/>
        <a:lstStyle/>
        <a:p>
          <a:r>
            <a:rPr lang="en-GB" dirty="0"/>
            <a:t>Accuracy improves quickly in the first few epochs (rounds) - showing strong learning at the start.</a:t>
          </a:r>
        </a:p>
      </dgm:t>
    </dgm:pt>
    <dgm:pt modelId="{99984A77-5080-4296-877E-80496206F80E}" type="parTrans" cxnId="{5CE89DF5-FADC-43EA-AB37-B8D344EFD57B}">
      <dgm:prSet/>
      <dgm:spPr/>
      <dgm:t>
        <a:bodyPr/>
        <a:lstStyle/>
        <a:p>
          <a:endParaRPr lang="en-GB"/>
        </a:p>
      </dgm:t>
    </dgm:pt>
    <dgm:pt modelId="{E28D5FCB-BB7D-4EBA-838A-8C303F4CBEF3}" type="sibTrans" cxnId="{5CE89DF5-FADC-43EA-AB37-B8D344EFD57B}">
      <dgm:prSet/>
      <dgm:spPr/>
      <dgm:t>
        <a:bodyPr/>
        <a:lstStyle/>
        <a:p>
          <a:endParaRPr lang="en-GB"/>
        </a:p>
      </dgm:t>
    </dgm:pt>
    <dgm:pt modelId="{67187797-92A4-49DA-AA41-E3C05D547258}">
      <dgm:prSet phldrT="[Text]"/>
      <dgm:spPr/>
      <dgm:t>
        <a:bodyPr/>
        <a:lstStyle/>
        <a:p>
          <a:r>
            <a:rPr lang="en-GB" dirty="0"/>
            <a:t>The training accuracy continues to rise even reaching nearly 100 percent.</a:t>
          </a:r>
        </a:p>
      </dgm:t>
    </dgm:pt>
    <dgm:pt modelId="{5E3FFFA5-9F4A-49C8-A408-5F46A4CCC098}" type="parTrans" cxnId="{FCC733DC-8B16-484F-B8E5-538F1144C44A}">
      <dgm:prSet/>
      <dgm:spPr/>
      <dgm:t>
        <a:bodyPr/>
        <a:lstStyle/>
        <a:p>
          <a:endParaRPr lang="en-GB"/>
        </a:p>
      </dgm:t>
    </dgm:pt>
    <dgm:pt modelId="{29F38DE5-7B77-4747-AFE4-69813A6D4BD3}" type="sibTrans" cxnId="{FCC733DC-8B16-484F-B8E5-538F1144C44A}">
      <dgm:prSet/>
      <dgm:spPr/>
      <dgm:t>
        <a:bodyPr/>
        <a:lstStyle/>
        <a:p>
          <a:endParaRPr lang="en-GB"/>
        </a:p>
      </dgm:t>
    </dgm:pt>
    <dgm:pt modelId="{934534C5-FD83-45E5-BA06-3B4DE0DF2DE1}">
      <dgm:prSet phldrT="[Text]"/>
      <dgm:spPr/>
      <dgm:t>
        <a:bodyPr/>
        <a:lstStyle/>
        <a:p>
          <a:r>
            <a:rPr lang="en-GB" dirty="0"/>
            <a:t>Validation accuracy stays consistently good (~80-88%) but doesn’t rise as much – a sign of overfitting.</a:t>
          </a:r>
        </a:p>
      </dgm:t>
    </dgm:pt>
    <dgm:pt modelId="{4F424E0E-077E-4C8A-9466-83C57F9822CB}" type="parTrans" cxnId="{2DF30AA3-12E0-451D-B92D-912D51CCFFD6}">
      <dgm:prSet/>
      <dgm:spPr/>
      <dgm:t>
        <a:bodyPr/>
        <a:lstStyle/>
        <a:p>
          <a:endParaRPr lang="en-GB"/>
        </a:p>
      </dgm:t>
    </dgm:pt>
    <dgm:pt modelId="{F5CFCD2F-B0A8-4E5F-825E-A50DB0EB895B}" type="sibTrans" cxnId="{2DF30AA3-12E0-451D-B92D-912D51CCFFD6}">
      <dgm:prSet/>
      <dgm:spPr/>
      <dgm:t>
        <a:bodyPr/>
        <a:lstStyle/>
        <a:p>
          <a:endParaRPr lang="en-GB"/>
        </a:p>
      </dgm:t>
    </dgm:pt>
    <dgm:pt modelId="{8618BCCD-27A9-4AE0-AC39-12EB42265676}" type="pres">
      <dgm:prSet presAssocID="{DA5DBA55-57AF-4D16-B1D5-F06D6BF43FE3}" presName="vert0" presStyleCnt="0">
        <dgm:presLayoutVars>
          <dgm:dir/>
          <dgm:animOne val="branch"/>
          <dgm:animLvl val="lvl"/>
        </dgm:presLayoutVars>
      </dgm:prSet>
      <dgm:spPr/>
    </dgm:pt>
    <dgm:pt modelId="{E5DB32A5-F40E-4AB2-9B70-1562ADD8B49E}" type="pres">
      <dgm:prSet presAssocID="{3D544E0C-2074-4A19-B380-AEC1342389E9}" presName="thickLine" presStyleLbl="alignNode1" presStyleIdx="0" presStyleCnt="1"/>
      <dgm:spPr/>
    </dgm:pt>
    <dgm:pt modelId="{2FF1654E-0B19-4096-A73B-B2FDD36F9420}" type="pres">
      <dgm:prSet presAssocID="{3D544E0C-2074-4A19-B380-AEC1342389E9}" presName="horz1" presStyleCnt="0"/>
      <dgm:spPr/>
    </dgm:pt>
    <dgm:pt modelId="{CEA9EDDE-D28A-435A-BB28-7A80234695FA}" type="pres">
      <dgm:prSet presAssocID="{3D544E0C-2074-4A19-B380-AEC1342389E9}" presName="tx1" presStyleLbl="revTx" presStyleIdx="0" presStyleCnt="4" custScaleX="148545" custLinFactNeighborX="-1095"/>
      <dgm:spPr/>
    </dgm:pt>
    <dgm:pt modelId="{22D0DE69-FFA1-4031-82FE-E6B526E89F18}" type="pres">
      <dgm:prSet presAssocID="{3D544E0C-2074-4A19-B380-AEC1342389E9}" presName="vert1" presStyleCnt="0"/>
      <dgm:spPr/>
    </dgm:pt>
    <dgm:pt modelId="{E60B7389-0EB0-4FDB-AB5C-BD9D40359808}" type="pres">
      <dgm:prSet presAssocID="{C045D3DC-CFCA-4175-8077-BD7C60F65229}" presName="vertSpace2a" presStyleCnt="0"/>
      <dgm:spPr/>
    </dgm:pt>
    <dgm:pt modelId="{E7209BBA-E9A1-4D7E-BC84-E9BE2666B562}" type="pres">
      <dgm:prSet presAssocID="{C045D3DC-CFCA-4175-8077-BD7C60F65229}" presName="horz2" presStyleCnt="0"/>
      <dgm:spPr/>
    </dgm:pt>
    <dgm:pt modelId="{E9799786-7A44-4C42-9948-3B4E4EBA52CF}" type="pres">
      <dgm:prSet presAssocID="{C045D3DC-CFCA-4175-8077-BD7C60F65229}" presName="horzSpace2" presStyleCnt="0"/>
      <dgm:spPr/>
    </dgm:pt>
    <dgm:pt modelId="{F79D4A55-DB62-44B2-893D-6DFEF406D60C}" type="pres">
      <dgm:prSet presAssocID="{C045D3DC-CFCA-4175-8077-BD7C60F65229}" presName="tx2" presStyleLbl="revTx" presStyleIdx="1" presStyleCnt="4"/>
      <dgm:spPr/>
    </dgm:pt>
    <dgm:pt modelId="{370A7E9C-47DF-4FB6-9F70-0CCF531EEA3B}" type="pres">
      <dgm:prSet presAssocID="{C045D3DC-CFCA-4175-8077-BD7C60F65229}" presName="vert2" presStyleCnt="0"/>
      <dgm:spPr/>
    </dgm:pt>
    <dgm:pt modelId="{7D8CF1A2-DB82-47A6-B6EC-59722D08705C}" type="pres">
      <dgm:prSet presAssocID="{C045D3DC-CFCA-4175-8077-BD7C60F65229}" presName="thinLine2b" presStyleLbl="callout" presStyleIdx="0" presStyleCnt="3"/>
      <dgm:spPr/>
    </dgm:pt>
    <dgm:pt modelId="{D45A0A9F-20A0-4242-B23F-311CE11ED02E}" type="pres">
      <dgm:prSet presAssocID="{C045D3DC-CFCA-4175-8077-BD7C60F65229}" presName="vertSpace2b" presStyleCnt="0"/>
      <dgm:spPr/>
    </dgm:pt>
    <dgm:pt modelId="{6D9BDA92-A98E-428D-8E9D-E38B346682FC}" type="pres">
      <dgm:prSet presAssocID="{67187797-92A4-49DA-AA41-E3C05D547258}" presName="horz2" presStyleCnt="0"/>
      <dgm:spPr/>
    </dgm:pt>
    <dgm:pt modelId="{4AD6A9EE-06A2-4F06-A64F-51D0AB0CD5C5}" type="pres">
      <dgm:prSet presAssocID="{67187797-92A4-49DA-AA41-E3C05D547258}" presName="horzSpace2" presStyleCnt="0"/>
      <dgm:spPr/>
    </dgm:pt>
    <dgm:pt modelId="{AF2B93A4-F8FE-4ACC-9E6A-9EA15F20BD74}" type="pres">
      <dgm:prSet presAssocID="{67187797-92A4-49DA-AA41-E3C05D547258}" presName="tx2" presStyleLbl="revTx" presStyleIdx="2" presStyleCnt="4"/>
      <dgm:spPr/>
    </dgm:pt>
    <dgm:pt modelId="{30B6C93A-B691-473F-8CBD-D2F4FB27A2E8}" type="pres">
      <dgm:prSet presAssocID="{67187797-92A4-49DA-AA41-E3C05D547258}" presName="vert2" presStyleCnt="0"/>
      <dgm:spPr/>
    </dgm:pt>
    <dgm:pt modelId="{EC48AD53-DEFB-4CEA-9861-35624B506C74}" type="pres">
      <dgm:prSet presAssocID="{67187797-92A4-49DA-AA41-E3C05D547258}" presName="thinLine2b" presStyleLbl="callout" presStyleIdx="1" presStyleCnt="3"/>
      <dgm:spPr/>
    </dgm:pt>
    <dgm:pt modelId="{7AD4283D-B45D-4601-8F9F-6E5F6AB5E8D9}" type="pres">
      <dgm:prSet presAssocID="{67187797-92A4-49DA-AA41-E3C05D547258}" presName="vertSpace2b" presStyleCnt="0"/>
      <dgm:spPr/>
    </dgm:pt>
    <dgm:pt modelId="{437A3023-6ED9-4B94-A61A-860337C8964A}" type="pres">
      <dgm:prSet presAssocID="{934534C5-FD83-45E5-BA06-3B4DE0DF2DE1}" presName="horz2" presStyleCnt="0"/>
      <dgm:spPr/>
    </dgm:pt>
    <dgm:pt modelId="{000565F9-F1AD-4A8A-9816-8182C57E0E2A}" type="pres">
      <dgm:prSet presAssocID="{934534C5-FD83-45E5-BA06-3B4DE0DF2DE1}" presName="horzSpace2" presStyleCnt="0"/>
      <dgm:spPr/>
    </dgm:pt>
    <dgm:pt modelId="{CA652B13-F6EE-4ED8-A9EE-696BA7E9C8D7}" type="pres">
      <dgm:prSet presAssocID="{934534C5-FD83-45E5-BA06-3B4DE0DF2DE1}" presName="tx2" presStyleLbl="revTx" presStyleIdx="3" presStyleCnt="4"/>
      <dgm:spPr/>
    </dgm:pt>
    <dgm:pt modelId="{420E91E6-4D50-4692-8EA5-B05EACDBC30C}" type="pres">
      <dgm:prSet presAssocID="{934534C5-FD83-45E5-BA06-3B4DE0DF2DE1}" presName="vert2" presStyleCnt="0"/>
      <dgm:spPr/>
    </dgm:pt>
    <dgm:pt modelId="{D154C87B-6A98-4FB4-A336-D8951D13D4A9}" type="pres">
      <dgm:prSet presAssocID="{934534C5-FD83-45E5-BA06-3B4DE0DF2DE1}" presName="thinLine2b" presStyleLbl="callout" presStyleIdx="2" presStyleCnt="3"/>
      <dgm:spPr/>
    </dgm:pt>
    <dgm:pt modelId="{E8C9831C-13C1-45F9-B3B6-D75207E1AB24}" type="pres">
      <dgm:prSet presAssocID="{934534C5-FD83-45E5-BA06-3B4DE0DF2DE1}" presName="vertSpace2b" presStyleCnt="0"/>
      <dgm:spPr/>
    </dgm:pt>
  </dgm:ptLst>
  <dgm:cxnLst>
    <dgm:cxn modelId="{DB1DA12A-4984-49F9-8F46-697D66DBC94C}" type="presOf" srcId="{C045D3DC-CFCA-4175-8077-BD7C60F65229}" destId="{F79D4A55-DB62-44B2-893D-6DFEF406D60C}" srcOrd="0" destOrd="0" presId="urn:microsoft.com/office/officeart/2008/layout/LinedList"/>
    <dgm:cxn modelId="{49517281-841D-435A-B0EE-64063B715B1E}" srcId="{DA5DBA55-57AF-4D16-B1D5-F06D6BF43FE3}" destId="{3D544E0C-2074-4A19-B380-AEC1342389E9}" srcOrd="0" destOrd="0" parTransId="{39104BBB-9F18-4A1B-81BC-B2F226B0DC7D}" sibTransId="{3346548C-DCCB-4385-BD49-51C76BEE2761}"/>
    <dgm:cxn modelId="{2DF30AA3-12E0-451D-B92D-912D51CCFFD6}" srcId="{3D544E0C-2074-4A19-B380-AEC1342389E9}" destId="{934534C5-FD83-45E5-BA06-3B4DE0DF2DE1}" srcOrd="2" destOrd="0" parTransId="{4F424E0E-077E-4C8A-9466-83C57F9822CB}" sibTransId="{F5CFCD2F-B0A8-4E5F-825E-A50DB0EB895B}"/>
    <dgm:cxn modelId="{0F3869AA-A6E0-4F66-B222-DAF243DED0A1}" type="presOf" srcId="{934534C5-FD83-45E5-BA06-3B4DE0DF2DE1}" destId="{CA652B13-F6EE-4ED8-A9EE-696BA7E9C8D7}" srcOrd="0" destOrd="0" presId="urn:microsoft.com/office/officeart/2008/layout/LinedList"/>
    <dgm:cxn modelId="{3774C1B1-2CEE-4FF2-B22A-756EF73E53A9}" type="presOf" srcId="{67187797-92A4-49DA-AA41-E3C05D547258}" destId="{AF2B93A4-F8FE-4ACC-9E6A-9EA15F20BD74}" srcOrd="0" destOrd="0" presId="urn:microsoft.com/office/officeart/2008/layout/LinedList"/>
    <dgm:cxn modelId="{CA54ADC9-FAED-4F99-96FB-46F9DF0B7498}" type="presOf" srcId="{3D544E0C-2074-4A19-B380-AEC1342389E9}" destId="{CEA9EDDE-D28A-435A-BB28-7A80234695FA}" srcOrd="0" destOrd="0" presId="urn:microsoft.com/office/officeart/2008/layout/LinedList"/>
    <dgm:cxn modelId="{FCC733DC-8B16-484F-B8E5-538F1144C44A}" srcId="{3D544E0C-2074-4A19-B380-AEC1342389E9}" destId="{67187797-92A4-49DA-AA41-E3C05D547258}" srcOrd="1" destOrd="0" parTransId="{5E3FFFA5-9F4A-49C8-A408-5F46A4CCC098}" sibTransId="{29F38DE5-7B77-4747-AFE4-69813A6D4BD3}"/>
    <dgm:cxn modelId="{EDE1F6EE-CADA-41BB-9102-B22530BC42B9}" type="presOf" srcId="{DA5DBA55-57AF-4D16-B1D5-F06D6BF43FE3}" destId="{8618BCCD-27A9-4AE0-AC39-12EB42265676}" srcOrd="0" destOrd="0" presId="urn:microsoft.com/office/officeart/2008/layout/LinedList"/>
    <dgm:cxn modelId="{5CE89DF5-FADC-43EA-AB37-B8D344EFD57B}" srcId="{3D544E0C-2074-4A19-B380-AEC1342389E9}" destId="{C045D3DC-CFCA-4175-8077-BD7C60F65229}" srcOrd="0" destOrd="0" parTransId="{99984A77-5080-4296-877E-80496206F80E}" sibTransId="{E28D5FCB-BB7D-4EBA-838A-8C303F4CBEF3}"/>
    <dgm:cxn modelId="{1E164EC4-2078-4BF9-BC16-00A3C3903D7D}" type="presParOf" srcId="{8618BCCD-27A9-4AE0-AC39-12EB42265676}" destId="{E5DB32A5-F40E-4AB2-9B70-1562ADD8B49E}" srcOrd="0" destOrd="0" presId="urn:microsoft.com/office/officeart/2008/layout/LinedList"/>
    <dgm:cxn modelId="{1DB01A6A-E670-4AC8-A098-4AEB060D683F}" type="presParOf" srcId="{8618BCCD-27A9-4AE0-AC39-12EB42265676}" destId="{2FF1654E-0B19-4096-A73B-B2FDD36F9420}" srcOrd="1" destOrd="0" presId="urn:microsoft.com/office/officeart/2008/layout/LinedList"/>
    <dgm:cxn modelId="{99F77EB1-BD96-4CD2-A5C5-DCF675132A68}" type="presParOf" srcId="{2FF1654E-0B19-4096-A73B-B2FDD36F9420}" destId="{CEA9EDDE-D28A-435A-BB28-7A80234695FA}" srcOrd="0" destOrd="0" presId="urn:microsoft.com/office/officeart/2008/layout/LinedList"/>
    <dgm:cxn modelId="{812385A1-53C5-4AAE-8A2D-C9399ACBF83E}" type="presParOf" srcId="{2FF1654E-0B19-4096-A73B-B2FDD36F9420}" destId="{22D0DE69-FFA1-4031-82FE-E6B526E89F18}" srcOrd="1" destOrd="0" presId="urn:microsoft.com/office/officeart/2008/layout/LinedList"/>
    <dgm:cxn modelId="{41604CCC-38BD-4350-8835-CE1328A82E27}" type="presParOf" srcId="{22D0DE69-FFA1-4031-82FE-E6B526E89F18}" destId="{E60B7389-0EB0-4FDB-AB5C-BD9D40359808}" srcOrd="0" destOrd="0" presId="urn:microsoft.com/office/officeart/2008/layout/LinedList"/>
    <dgm:cxn modelId="{C471FB89-EE77-4E41-B26B-BC7E87224CD2}" type="presParOf" srcId="{22D0DE69-FFA1-4031-82FE-E6B526E89F18}" destId="{E7209BBA-E9A1-4D7E-BC84-E9BE2666B562}" srcOrd="1" destOrd="0" presId="urn:microsoft.com/office/officeart/2008/layout/LinedList"/>
    <dgm:cxn modelId="{2CB1F5A6-EAE1-470B-8221-DB70F6E71A56}" type="presParOf" srcId="{E7209BBA-E9A1-4D7E-BC84-E9BE2666B562}" destId="{E9799786-7A44-4C42-9948-3B4E4EBA52CF}" srcOrd="0" destOrd="0" presId="urn:microsoft.com/office/officeart/2008/layout/LinedList"/>
    <dgm:cxn modelId="{5B335D36-7412-434F-BE7D-2B55DF52FF3E}" type="presParOf" srcId="{E7209BBA-E9A1-4D7E-BC84-E9BE2666B562}" destId="{F79D4A55-DB62-44B2-893D-6DFEF406D60C}" srcOrd="1" destOrd="0" presId="urn:microsoft.com/office/officeart/2008/layout/LinedList"/>
    <dgm:cxn modelId="{381BA261-AFDA-4972-AF3F-874316A0FB2D}" type="presParOf" srcId="{E7209BBA-E9A1-4D7E-BC84-E9BE2666B562}" destId="{370A7E9C-47DF-4FB6-9F70-0CCF531EEA3B}" srcOrd="2" destOrd="0" presId="urn:microsoft.com/office/officeart/2008/layout/LinedList"/>
    <dgm:cxn modelId="{B34F9D49-21D9-4EE4-A81A-BAF55BCD671F}" type="presParOf" srcId="{22D0DE69-FFA1-4031-82FE-E6B526E89F18}" destId="{7D8CF1A2-DB82-47A6-B6EC-59722D08705C}" srcOrd="2" destOrd="0" presId="urn:microsoft.com/office/officeart/2008/layout/LinedList"/>
    <dgm:cxn modelId="{5A530431-B0AC-4DDE-9E04-59AAAEF4FD0C}" type="presParOf" srcId="{22D0DE69-FFA1-4031-82FE-E6B526E89F18}" destId="{D45A0A9F-20A0-4242-B23F-311CE11ED02E}" srcOrd="3" destOrd="0" presId="urn:microsoft.com/office/officeart/2008/layout/LinedList"/>
    <dgm:cxn modelId="{859C0BD2-9275-4761-9D2F-D792EA8399CF}" type="presParOf" srcId="{22D0DE69-FFA1-4031-82FE-E6B526E89F18}" destId="{6D9BDA92-A98E-428D-8E9D-E38B346682FC}" srcOrd="4" destOrd="0" presId="urn:microsoft.com/office/officeart/2008/layout/LinedList"/>
    <dgm:cxn modelId="{192C4922-DEB0-436D-9F5E-82CD70D9BB23}" type="presParOf" srcId="{6D9BDA92-A98E-428D-8E9D-E38B346682FC}" destId="{4AD6A9EE-06A2-4F06-A64F-51D0AB0CD5C5}" srcOrd="0" destOrd="0" presId="urn:microsoft.com/office/officeart/2008/layout/LinedList"/>
    <dgm:cxn modelId="{737C0D9F-BFE5-452B-8146-0E0923BE3E66}" type="presParOf" srcId="{6D9BDA92-A98E-428D-8E9D-E38B346682FC}" destId="{AF2B93A4-F8FE-4ACC-9E6A-9EA15F20BD74}" srcOrd="1" destOrd="0" presId="urn:microsoft.com/office/officeart/2008/layout/LinedList"/>
    <dgm:cxn modelId="{0C8AA990-1818-474F-926D-95B1AFAB22BB}" type="presParOf" srcId="{6D9BDA92-A98E-428D-8E9D-E38B346682FC}" destId="{30B6C93A-B691-473F-8CBD-D2F4FB27A2E8}" srcOrd="2" destOrd="0" presId="urn:microsoft.com/office/officeart/2008/layout/LinedList"/>
    <dgm:cxn modelId="{63759760-679A-4BCA-8068-8B27429A91DC}" type="presParOf" srcId="{22D0DE69-FFA1-4031-82FE-E6B526E89F18}" destId="{EC48AD53-DEFB-4CEA-9861-35624B506C74}" srcOrd="5" destOrd="0" presId="urn:microsoft.com/office/officeart/2008/layout/LinedList"/>
    <dgm:cxn modelId="{71BD0682-464A-4DA5-8664-6CD31F887CFD}" type="presParOf" srcId="{22D0DE69-FFA1-4031-82FE-E6B526E89F18}" destId="{7AD4283D-B45D-4601-8F9F-6E5F6AB5E8D9}" srcOrd="6" destOrd="0" presId="urn:microsoft.com/office/officeart/2008/layout/LinedList"/>
    <dgm:cxn modelId="{D6D084A1-2DE5-4F77-A0D3-A4DCC75C6E6A}" type="presParOf" srcId="{22D0DE69-FFA1-4031-82FE-E6B526E89F18}" destId="{437A3023-6ED9-4B94-A61A-860337C8964A}" srcOrd="7" destOrd="0" presId="urn:microsoft.com/office/officeart/2008/layout/LinedList"/>
    <dgm:cxn modelId="{A1E4E97D-7627-4282-BFDD-65D15D5C23C1}" type="presParOf" srcId="{437A3023-6ED9-4B94-A61A-860337C8964A}" destId="{000565F9-F1AD-4A8A-9816-8182C57E0E2A}" srcOrd="0" destOrd="0" presId="urn:microsoft.com/office/officeart/2008/layout/LinedList"/>
    <dgm:cxn modelId="{13CA03E9-B1F3-4BCF-888F-67CD26384C5E}" type="presParOf" srcId="{437A3023-6ED9-4B94-A61A-860337C8964A}" destId="{CA652B13-F6EE-4ED8-A9EE-696BA7E9C8D7}" srcOrd="1" destOrd="0" presId="urn:microsoft.com/office/officeart/2008/layout/LinedList"/>
    <dgm:cxn modelId="{9CCBDCD1-4BC6-4041-A359-17E82D656BCE}" type="presParOf" srcId="{437A3023-6ED9-4B94-A61A-860337C8964A}" destId="{420E91E6-4D50-4692-8EA5-B05EACDBC30C}" srcOrd="2" destOrd="0" presId="urn:microsoft.com/office/officeart/2008/layout/LinedList"/>
    <dgm:cxn modelId="{FB51E342-B4AC-4468-9A93-63FB5C6CF7CC}" type="presParOf" srcId="{22D0DE69-FFA1-4031-82FE-E6B526E89F18}" destId="{D154C87B-6A98-4FB4-A336-D8951D13D4A9}" srcOrd="8" destOrd="0" presId="urn:microsoft.com/office/officeart/2008/layout/LinedList"/>
    <dgm:cxn modelId="{B1FBDB75-A6A8-4153-9CCD-9547BE80536F}" type="presParOf" srcId="{22D0DE69-FFA1-4031-82FE-E6B526E89F18}" destId="{E8C9831C-13C1-45F9-B3B6-D75207E1AB24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A5D5E60-19DA-4BE6-9989-E3EDD195837B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A1EAC1F-5DD8-4519-B8D1-609A60B84898}">
      <dgm:prSet phldrT="[Text]"/>
      <dgm:spPr/>
      <dgm:t>
        <a:bodyPr/>
        <a:lstStyle/>
        <a:p>
          <a:r>
            <a:rPr lang="en-GB" dirty="0"/>
            <a:t>Clustering revealed distinct regional weather patterns – Feature analysis over time needed to detect increasing anomalies</a:t>
          </a:r>
        </a:p>
      </dgm:t>
    </dgm:pt>
    <dgm:pt modelId="{CC240394-38E4-47E0-A76D-9DBA41E653F2}" type="parTrans" cxnId="{5A039D4B-4986-4923-9FA2-8CA9D4C87728}">
      <dgm:prSet/>
      <dgm:spPr/>
      <dgm:t>
        <a:bodyPr/>
        <a:lstStyle/>
        <a:p>
          <a:endParaRPr lang="en-GB"/>
        </a:p>
      </dgm:t>
    </dgm:pt>
    <dgm:pt modelId="{7517040E-6328-4E31-90F7-8BF9F605396F}" type="sibTrans" cxnId="{5A039D4B-4986-4923-9FA2-8CA9D4C87728}">
      <dgm:prSet/>
      <dgm:spPr/>
      <dgm:t>
        <a:bodyPr/>
        <a:lstStyle/>
        <a:p>
          <a:endParaRPr lang="en-GB"/>
        </a:p>
      </dgm:t>
    </dgm:pt>
    <dgm:pt modelId="{73E1EC6E-0A6A-4833-B223-D9F15AE84A85}">
      <dgm:prSet phldrT="[Text]"/>
      <dgm:spPr/>
      <dgm:t>
        <a:bodyPr/>
        <a:lstStyle/>
        <a:p>
          <a:r>
            <a:rPr lang="en-GB" dirty="0"/>
            <a:t>Optimising model settings (Hyperparameters) Significantly improved prediction accuracy</a:t>
          </a:r>
        </a:p>
      </dgm:t>
    </dgm:pt>
    <dgm:pt modelId="{6AFE36EA-536D-40C4-9411-E0059A3BEA9A}" type="parTrans" cxnId="{6D044DCE-2F5D-4F2B-98A4-CEA2BF5C61EC}">
      <dgm:prSet/>
      <dgm:spPr/>
      <dgm:t>
        <a:bodyPr/>
        <a:lstStyle/>
        <a:p>
          <a:endParaRPr lang="en-GB"/>
        </a:p>
      </dgm:t>
    </dgm:pt>
    <dgm:pt modelId="{889A9AE4-C37D-48D4-9394-C80D0AABF582}" type="sibTrans" cxnId="{6D044DCE-2F5D-4F2B-98A4-CEA2BF5C61EC}">
      <dgm:prSet/>
      <dgm:spPr/>
      <dgm:t>
        <a:bodyPr/>
        <a:lstStyle/>
        <a:p>
          <a:endParaRPr lang="en-GB"/>
        </a:p>
      </dgm:t>
    </dgm:pt>
    <dgm:pt modelId="{960F433B-953F-4034-B2D2-0B41D3594A84}">
      <dgm:prSet phldrT="[Text]"/>
      <dgm:spPr/>
      <dgm:t>
        <a:bodyPr/>
        <a:lstStyle/>
        <a:p>
          <a:r>
            <a:rPr lang="en-GB" dirty="0"/>
            <a:t>Visual machine learning (radar style CNNs) effectively detected extreme weather indicators</a:t>
          </a:r>
        </a:p>
      </dgm:t>
    </dgm:pt>
    <dgm:pt modelId="{2EDDEB17-AB02-46F7-AFAF-D700996CCE55}" type="parTrans" cxnId="{CF3C8301-14B2-4963-890C-E6EFF091AE83}">
      <dgm:prSet/>
      <dgm:spPr/>
      <dgm:t>
        <a:bodyPr/>
        <a:lstStyle/>
        <a:p>
          <a:endParaRPr lang="en-GB"/>
        </a:p>
      </dgm:t>
    </dgm:pt>
    <dgm:pt modelId="{CA4E6B02-8608-4A44-A50F-2A1488EA6083}" type="sibTrans" cxnId="{CF3C8301-14B2-4963-890C-E6EFF091AE83}">
      <dgm:prSet/>
      <dgm:spPr/>
      <dgm:t>
        <a:bodyPr/>
        <a:lstStyle/>
        <a:p>
          <a:endParaRPr lang="en-GB"/>
        </a:p>
      </dgm:t>
    </dgm:pt>
    <dgm:pt modelId="{2E18D536-C098-450E-A93C-A7F741312D3D}">
      <dgm:prSet phldrT="[Text]"/>
      <dgm:spPr/>
      <dgm:t>
        <a:bodyPr/>
        <a:lstStyle/>
        <a:p>
          <a:r>
            <a:rPr lang="en-GB" dirty="0"/>
            <a:t>Apply CNN radar visual models to support rapid emergency weather response</a:t>
          </a:r>
        </a:p>
      </dgm:t>
    </dgm:pt>
    <dgm:pt modelId="{436A3F83-914B-4003-84F4-EADDED7C3613}" type="parTrans" cxnId="{C8D8D1A2-8819-48AF-849C-CBD7F611960B}">
      <dgm:prSet/>
      <dgm:spPr/>
      <dgm:t>
        <a:bodyPr/>
        <a:lstStyle/>
        <a:p>
          <a:endParaRPr lang="en-GB"/>
        </a:p>
      </dgm:t>
    </dgm:pt>
    <dgm:pt modelId="{D083060A-DB45-41F4-B1FE-25C987269AF1}" type="sibTrans" cxnId="{C8D8D1A2-8819-48AF-849C-CBD7F611960B}">
      <dgm:prSet/>
      <dgm:spPr/>
      <dgm:t>
        <a:bodyPr/>
        <a:lstStyle/>
        <a:p>
          <a:endParaRPr lang="en-GB"/>
        </a:p>
      </dgm:t>
    </dgm:pt>
    <dgm:pt modelId="{6FF47CD6-A4C7-425D-8C9E-EF68234A264C}">
      <dgm:prSet phldrT="[Text]"/>
      <dgm:spPr/>
      <dgm:t>
        <a:bodyPr/>
        <a:lstStyle/>
        <a:p>
          <a:r>
            <a:rPr lang="en-GB" dirty="0"/>
            <a:t>Incorporate model tuning (Bayesian optimisation) Into future weather forecasting pipelines</a:t>
          </a:r>
        </a:p>
      </dgm:t>
    </dgm:pt>
    <dgm:pt modelId="{CE4D3D64-4DBC-4897-B784-93AACDC31866}" type="parTrans" cxnId="{D0BC2614-B6EC-4C25-AB8F-6A5B9BBB873A}">
      <dgm:prSet/>
      <dgm:spPr/>
      <dgm:t>
        <a:bodyPr/>
        <a:lstStyle/>
        <a:p>
          <a:endParaRPr lang="en-GB"/>
        </a:p>
      </dgm:t>
    </dgm:pt>
    <dgm:pt modelId="{B1987F90-8DC6-4CEB-A3AE-F9E6CB55F22F}" type="sibTrans" cxnId="{D0BC2614-B6EC-4C25-AB8F-6A5B9BBB873A}">
      <dgm:prSet/>
      <dgm:spPr/>
      <dgm:t>
        <a:bodyPr/>
        <a:lstStyle/>
        <a:p>
          <a:endParaRPr lang="en-GB"/>
        </a:p>
      </dgm:t>
    </dgm:pt>
    <dgm:pt modelId="{51B0056D-9FA7-4D13-974D-41174AF1ADE5}">
      <dgm:prSet phldrT="[Text]"/>
      <dgm:spPr/>
      <dgm:t>
        <a:bodyPr/>
        <a:lstStyle/>
        <a:p>
          <a:r>
            <a:rPr lang="en-GB" dirty="0"/>
            <a:t>Use clustering as an early warning system to monitor emerging climate trends</a:t>
          </a:r>
        </a:p>
      </dgm:t>
    </dgm:pt>
    <dgm:pt modelId="{BA6D5179-B59B-4BCA-8332-A5B21DC09A76}" type="parTrans" cxnId="{8256D508-6C5E-4DE2-9768-811617D7A72A}">
      <dgm:prSet/>
      <dgm:spPr/>
      <dgm:t>
        <a:bodyPr/>
        <a:lstStyle/>
        <a:p>
          <a:endParaRPr lang="en-GB"/>
        </a:p>
      </dgm:t>
    </dgm:pt>
    <dgm:pt modelId="{3ED56F2E-58AC-412C-854F-3A4A8478D8D6}" type="sibTrans" cxnId="{8256D508-6C5E-4DE2-9768-811617D7A72A}">
      <dgm:prSet/>
      <dgm:spPr/>
      <dgm:t>
        <a:bodyPr/>
        <a:lstStyle/>
        <a:p>
          <a:endParaRPr lang="en-GB"/>
        </a:p>
      </dgm:t>
    </dgm:pt>
    <dgm:pt modelId="{55BEE168-7E1D-4777-B5A2-EB0B37DD7C17}">
      <dgm:prSet phldrT="[Text]"/>
      <dgm:spPr/>
      <dgm:t>
        <a:bodyPr/>
        <a:lstStyle/>
        <a:p>
          <a:r>
            <a:rPr lang="en-GB" dirty="0"/>
            <a:t>Test models on wider time ranges (e.g. 2010-2020) to track long term shifts</a:t>
          </a:r>
        </a:p>
      </dgm:t>
    </dgm:pt>
    <dgm:pt modelId="{1419A564-C9AB-42C1-9665-5EE87D9060DA}" type="parTrans" cxnId="{AF35B345-4B57-4C0B-BFC6-07A66838C67E}">
      <dgm:prSet/>
      <dgm:spPr/>
      <dgm:t>
        <a:bodyPr/>
        <a:lstStyle/>
        <a:p>
          <a:endParaRPr lang="en-GB"/>
        </a:p>
      </dgm:t>
    </dgm:pt>
    <dgm:pt modelId="{1DAD1B99-C15E-4B1B-AEA2-328EB5A820F9}" type="sibTrans" cxnId="{AF35B345-4B57-4C0B-BFC6-07A66838C67E}">
      <dgm:prSet/>
      <dgm:spPr/>
      <dgm:t>
        <a:bodyPr/>
        <a:lstStyle/>
        <a:p>
          <a:endParaRPr lang="en-GB"/>
        </a:p>
      </dgm:t>
    </dgm:pt>
    <dgm:pt modelId="{2673C631-D905-4228-A4E4-0353D8A586A3}">
      <dgm:prSet phldrT="[Text]"/>
      <dgm:spPr/>
      <dgm:t>
        <a:bodyPr/>
        <a:lstStyle/>
        <a:p>
          <a:r>
            <a:rPr lang="en-GB" dirty="0"/>
            <a:t>Validate predictions against real extreme weather records to prove reliability</a:t>
          </a:r>
        </a:p>
      </dgm:t>
    </dgm:pt>
    <dgm:pt modelId="{DA7260DB-35E9-4420-9782-940D073F5A80}" type="parTrans" cxnId="{8DB4A5EF-1CFA-45D8-9342-8B86163CE09C}">
      <dgm:prSet/>
      <dgm:spPr/>
      <dgm:t>
        <a:bodyPr/>
        <a:lstStyle/>
        <a:p>
          <a:endParaRPr lang="en-GB"/>
        </a:p>
      </dgm:t>
    </dgm:pt>
    <dgm:pt modelId="{B5B1E81E-707D-445F-8513-DB5FBE83E06A}" type="sibTrans" cxnId="{8DB4A5EF-1CFA-45D8-9342-8B86163CE09C}">
      <dgm:prSet/>
      <dgm:spPr/>
      <dgm:t>
        <a:bodyPr/>
        <a:lstStyle/>
        <a:p>
          <a:endParaRPr lang="en-GB"/>
        </a:p>
      </dgm:t>
    </dgm:pt>
    <dgm:pt modelId="{91B2BE5C-6836-43F5-B57B-1955E75F07F9}">
      <dgm:prSet phldrT="[Text]"/>
      <dgm:spPr/>
      <dgm:t>
        <a:bodyPr/>
        <a:lstStyle/>
        <a:p>
          <a:r>
            <a:rPr lang="en-GB" dirty="0"/>
            <a:t>Combine weather and health/population Data to guide future safe-zone planning</a:t>
          </a:r>
        </a:p>
      </dgm:t>
    </dgm:pt>
    <dgm:pt modelId="{15968245-0403-4B0C-B548-94FA99DB67A5}" type="parTrans" cxnId="{F8C732C4-38CA-4802-AF23-869CEF9E4432}">
      <dgm:prSet/>
      <dgm:spPr/>
      <dgm:t>
        <a:bodyPr/>
        <a:lstStyle/>
        <a:p>
          <a:endParaRPr lang="en-GB"/>
        </a:p>
      </dgm:t>
    </dgm:pt>
    <dgm:pt modelId="{B4B10508-632E-4DE2-8788-A5AFEEE70496}" type="sibTrans" cxnId="{F8C732C4-38CA-4802-AF23-869CEF9E4432}">
      <dgm:prSet/>
      <dgm:spPr/>
      <dgm:t>
        <a:bodyPr/>
        <a:lstStyle/>
        <a:p>
          <a:endParaRPr lang="en-GB"/>
        </a:p>
      </dgm:t>
    </dgm:pt>
    <dgm:pt modelId="{71CA8A20-2EF5-423E-A0EC-979CCD753DF2}" type="pres">
      <dgm:prSet presAssocID="{9A5D5E60-19DA-4BE6-9989-E3EDD195837B}" presName="Name0" presStyleCnt="0">
        <dgm:presLayoutVars>
          <dgm:dir/>
          <dgm:resizeHandles/>
        </dgm:presLayoutVars>
      </dgm:prSet>
      <dgm:spPr/>
    </dgm:pt>
    <dgm:pt modelId="{4D87F733-F99C-4099-ABE0-0E352584ECE0}" type="pres">
      <dgm:prSet presAssocID="{6A1EAC1F-5DD8-4519-B8D1-609A60B84898}" presName="compNode" presStyleCnt="0"/>
      <dgm:spPr/>
    </dgm:pt>
    <dgm:pt modelId="{B640AD5F-7DEA-4B02-BF53-B61DC22CA40F}" type="pres">
      <dgm:prSet presAssocID="{6A1EAC1F-5DD8-4519-B8D1-609A60B84898}" presName="dummyConnPt" presStyleCnt="0"/>
      <dgm:spPr/>
    </dgm:pt>
    <dgm:pt modelId="{CAC5AB3B-F549-4B81-88FE-8FD6CD4B838B}" type="pres">
      <dgm:prSet presAssocID="{6A1EAC1F-5DD8-4519-B8D1-609A60B84898}" presName="node" presStyleLbl="node1" presStyleIdx="0" presStyleCnt="9">
        <dgm:presLayoutVars>
          <dgm:bulletEnabled val="1"/>
        </dgm:presLayoutVars>
      </dgm:prSet>
      <dgm:spPr/>
    </dgm:pt>
    <dgm:pt modelId="{B327BAC8-B855-4859-AD31-BF46907392E3}" type="pres">
      <dgm:prSet presAssocID="{7517040E-6328-4E31-90F7-8BF9F605396F}" presName="sibTrans" presStyleLbl="bgSibTrans2D1" presStyleIdx="0" presStyleCnt="8"/>
      <dgm:spPr/>
    </dgm:pt>
    <dgm:pt modelId="{0DEE36EB-309B-4F95-8AD3-03B35663F947}" type="pres">
      <dgm:prSet presAssocID="{73E1EC6E-0A6A-4833-B223-D9F15AE84A85}" presName="compNode" presStyleCnt="0"/>
      <dgm:spPr/>
    </dgm:pt>
    <dgm:pt modelId="{B0C005B7-3D2F-4A31-9CC6-3C4D96277E31}" type="pres">
      <dgm:prSet presAssocID="{73E1EC6E-0A6A-4833-B223-D9F15AE84A85}" presName="dummyConnPt" presStyleCnt="0"/>
      <dgm:spPr/>
    </dgm:pt>
    <dgm:pt modelId="{BEB786B2-CA1F-4B65-AB16-EAE1AF38FB46}" type="pres">
      <dgm:prSet presAssocID="{73E1EC6E-0A6A-4833-B223-D9F15AE84A85}" presName="node" presStyleLbl="node1" presStyleIdx="1" presStyleCnt="9">
        <dgm:presLayoutVars>
          <dgm:bulletEnabled val="1"/>
        </dgm:presLayoutVars>
      </dgm:prSet>
      <dgm:spPr/>
    </dgm:pt>
    <dgm:pt modelId="{FD4A5EC9-E531-4129-BFCF-4C0A3EB31209}" type="pres">
      <dgm:prSet presAssocID="{889A9AE4-C37D-48D4-9394-C80D0AABF582}" presName="sibTrans" presStyleLbl="bgSibTrans2D1" presStyleIdx="1" presStyleCnt="8"/>
      <dgm:spPr/>
    </dgm:pt>
    <dgm:pt modelId="{5EACEC5C-C8DB-4F01-8823-E9B575E5616B}" type="pres">
      <dgm:prSet presAssocID="{960F433B-953F-4034-B2D2-0B41D3594A84}" presName="compNode" presStyleCnt="0"/>
      <dgm:spPr/>
    </dgm:pt>
    <dgm:pt modelId="{CD0767A7-BB15-4744-BFF2-76927358F690}" type="pres">
      <dgm:prSet presAssocID="{960F433B-953F-4034-B2D2-0B41D3594A84}" presName="dummyConnPt" presStyleCnt="0"/>
      <dgm:spPr/>
    </dgm:pt>
    <dgm:pt modelId="{7B89B7E6-5C87-4A4F-BB87-64668BFAB0E4}" type="pres">
      <dgm:prSet presAssocID="{960F433B-953F-4034-B2D2-0B41D3594A84}" presName="node" presStyleLbl="node1" presStyleIdx="2" presStyleCnt="9">
        <dgm:presLayoutVars>
          <dgm:bulletEnabled val="1"/>
        </dgm:presLayoutVars>
      </dgm:prSet>
      <dgm:spPr/>
    </dgm:pt>
    <dgm:pt modelId="{5D6E7BD5-F69E-4199-BB8E-EE2D87E63168}" type="pres">
      <dgm:prSet presAssocID="{CA4E6B02-8608-4A44-A50F-2A1488EA6083}" presName="sibTrans" presStyleLbl="bgSibTrans2D1" presStyleIdx="2" presStyleCnt="8"/>
      <dgm:spPr/>
    </dgm:pt>
    <dgm:pt modelId="{8F582AAB-23C5-43C3-A219-BBED153570C0}" type="pres">
      <dgm:prSet presAssocID="{2E18D536-C098-450E-A93C-A7F741312D3D}" presName="compNode" presStyleCnt="0"/>
      <dgm:spPr/>
    </dgm:pt>
    <dgm:pt modelId="{DD25672B-3365-44ED-B687-1476DFDB9BA1}" type="pres">
      <dgm:prSet presAssocID="{2E18D536-C098-450E-A93C-A7F741312D3D}" presName="dummyConnPt" presStyleCnt="0"/>
      <dgm:spPr/>
    </dgm:pt>
    <dgm:pt modelId="{B2982F65-F416-4534-9881-C2F19E3DEB9D}" type="pres">
      <dgm:prSet presAssocID="{2E18D536-C098-450E-A93C-A7F741312D3D}" presName="node" presStyleLbl="node1" presStyleIdx="3" presStyleCnt="9">
        <dgm:presLayoutVars>
          <dgm:bulletEnabled val="1"/>
        </dgm:presLayoutVars>
      </dgm:prSet>
      <dgm:spPr/>
    </dgm:pt>
    <dgm:pt modelId="{E18A8AAB-1A59-451F-B4A2-389FD39759C1}" type="pres">
      <dgm:prSet presAssocID="{D083060A-DB45-41F4-B1FE-25C987269AF1}" presName="sibTrans" presStyleLbl="bgSibTrans2D1" presStyleIdx="3" presStyleCnt="8"/>
      <dgm:spPr/>
    </dgm:pt>
    <dgm:pt modelId="{D4885128-FDF4-4F6F-8872-26BF7D0EF333}" type="pres">
      <dgm:prSet presAssocID="{6FF47CD6-A4C7-425D-8C9E-EF68234A264C}" presName="compNode" presStyleCnt="0"/>
      <dgm:spPr/>
    </dgm:pt>
    <dgm:pt modelId="{C8685A1D-1DCD-4DFE-9BEF-296FEB70C5DC}" type="pres">
      <dgm:prSet presAssocID="{6FF47CD6-A4C7-425D-8C9E-EF68234A264C}" presName="dummyConnPt" presStyleCnt="0"/>
      <dgm:spPr/>
    </dgm:pt>
    <dgm:pt modelId="{69CA1FCF-8171-4400-BBB8-066A97052295}" type="pres">
      <dgm:prSet presAssocID="{6FF47CD6-A4C7-425D-8C9E-EF68234A264C}" presName="node" presStyleLbl="node1" presStyleIdx="4" presStyleCnt="9">
        <dgm:presLayoutVars>
          <dgm:bulletEnabled val="1"/>
        </dgm:presLayoutVars>
      </dgm:prSet>
      <dgm:spPr/>
    </dgm:pt>
    <dgm:pt modelId="{9FE77E58-8F91-4A5F-B532-C9125232EBB2}" type="pres">
      <dgm:prSet presAssocID="{B1987F90-8DC6-4CEB-A3AE-F9E6CB55F22F}" presName="sibTrans" presStyleLbl="bgSibTrans2D1" presStyleIdx="4" presStyleCnt="8"/>
      <dgm:spPr/>
    </dgm:pt>
    <dgm:pt modelId="{8738116A-C7AC-4911-8B0D-7B80BA0518C0}" type="pres">
      <dgm:prSet presAssocID="{51B0056D-9FA7-4D13-974D-41174AF1ADE5}" presName="compNode" presStyleCnt="0"/>
      <dgm:spPr/>
    </dgm:pt>
    <dgm:pt modelId="{D84DEE08-E188-4FE0-A3B8-ECEB9F1E279C}" type="pres">
      <dgm:prSet presAssocID="{51B0056D-9FA7-4D13-974D-41174AF1ADE5}" presName="dummyConnPt" presStyleCnt="0"/>
      <dgm:spPr/>
    </dgm:pt>
    <dgm:pt modelId="{060E25BA-C504-45B4-985A-4A601162F1D6}" type="pres">
      <dgm:prSet presAssocID="{51B0056D-9FA7-4D13-974D-41174AF1ADE5}" presName="node" presStyleLbl="node1" presStyleIdx="5" presStyleCnt="9">
        <dgm:presLayoutVars>
          <dgm:bulletEnabled val="1"/>
        </dgm:presLayoutVars>
      </dgm:prSet>
      <dgm:spPr/>
    </dgm:pt>
    <dgm:pt modelId="{13AA3309-DB4A-421A-ACF0-46E6E71F0A58}" type="pres">
      <dgm:prSet presAssocID="{3ED56F2E-58AC-412C-854F-3A4A8478D8D6}" presName="sibTrans" presStyleLbl="bgSibTrans2D1" presStyleIdx="5" presStyleCnt="8"/>
      <dgm:spPr/>
    </dgm:pt>
    <dgm:pt modelId="{732E4261-24A6-43C9-9420-64E2580A484E}" type="pres">
      <dgm:prSet presAssocID="{55BEE168-7E1D-4777-B5A2-EB0B37DD7C17}" presName="compNode" presStyleCnt="0"/>
      <dgm:spPr/>
    </dgm:pt>
    <dgm:pt modelId="{AF6136E1-DBDF-4AA6-B252-044AAC77FBD1}" type="pres">
      <dgm:prSet presAssocID="{55BEE168-7E1D-4777-B5A2-EB0B37DD7C17}" presName="dummyConnPt" presStyleCnt="0"/>
      <dgm:spPr/>
    </dgm:pt>
    <dgm:pt modelId="{CBF278F4-2D9B-453A-8EC9-07F35F7112F3}" type="pres">
      <dgm:prSet presAssocID="{55BEE168-7E1D-4777-B5A2-EB0B37DD7C17}" presName="node" presStyleLbl="node1" presStyleIdx="6" presStyleCnt="9">
        <dgm:presLayoutVars>
          <dgm:bulletEnabled val="1"/>
        </dgm:presLayoutVars>
      </dgm:prSet>
      <dgm:spPr/>
    </dgm:pt>
    <dgm:pt modelId="{B02E1E3E-5928-41FE-9735-0C43348DE568}" type="pres">
      <dgm:prSet presAssocID="{1DAD1B99-C15E-4B1B-AEA2-328EB5A820F9}" presName="sibTrans" presStyleLbl="bgSibTrans2D1" presStyleIdx="6" presStyleCnt="8"/>
      <dgm:spPr/>
    </dgm:pt>
    <dgm:pt modelId="{B8C84F40-EB1C-4413-BDB8-3341F2E11C99}" type="pres">
      <dgm:prSet presAssocID="{2673C631-D905-4228-A4E4-0353D8A586A3}" presName="compNode" presStyleCnt="0"/>
      <dgm:spPr/>
    </dgm:pt>
    <dgm:pt modelId="{389BAE98-4220-44D3-AA04-74C6F3A38D7C}" type="pres">
      <dgm:prSet presAssocID="{2673C631-D905-4228-A4E4-0353D8A586A3}" presName="dummyConnPt" presStyleCnt="0"/>
      <dgm:spPr/>
    </dgm:pt>
    <dgm:pt modelId="{0D3A1619-EC9B-4ABE-8249-49D861F4D5B6}" type="pres">
      <dgm:prSet presAssocID="{2673C631-D905-4228-A4E4-0353D8A586A3}" presName="node" presStyleLbl="node1" presStyleIdx="7" presStyleCnt="9">
        <dgm:presLayoutVars>
          <dgm:bulletEnabled val="1"/>
        </dgm:presLayoutVars>
      </dgm:prSet>
      <dgm:spPr/>
    </dgm:pt>
    <dgm:pt modelId="{73497724-DB5D-47AE-885C-9B64203BF67A}" type="pres">
      <dgm:prSet presAssocID="{B5B1E81E-707D-445F-8513-DB5FBE83E06A}" presName="sibTrans" presStyleLbl="bgSibTrans2D1" presStyleIdx="7" presStyleCnt="8"/>
      <dgm:spPr/>
    </dgm:pt>
    <dgm:pt modelId="{DEEE4A10-13FE-47C1-9779-13C21D2A030D}" type="pres">
      <dgm:prSet presAssocID="{91B2BE5C-6836-43F5-B57B-1955E75F07F9}" presName="compNode" presStyleCnt="0"/>
      <dgm:spPr/>
    </dgm:pt>
    <dgm:pt modelId="{7D66B3B5-2B35-4789-9D21-1AA24967D81A}" type="pres">
      <dgm:prSet presAssocID="{91B2BE5C-6836-43F5-B57B-1955E75F07F9}" presName="dummyConnPt" presStyleCnt="0"/>
      <dgm:spPr/>
    </dgm:pt>
    <dgm:pt modelId="{A401C2C8-7311-4B66-A911-80F488BEF87D}" type="pres">
      <dgm:prSet presAssocID="{91B2BE5C-6836-43F5-B57B-1955E75F07F9}" presName="node" presStyleLbl="node1" presStyleIdx="8" presStyleCnt="9">
        <dgm:presLayoutVars>
          <dgm:bulletEnabled val="1"/>
        </dgm:presLayoutVars>
      </dgm:prSet>
      <dgm:spPr/>
    </dgm:pt>
  </dgm:ptLst>
  <dgm:cxnLst>
    <dgm:cxn modelId="{CF3C8301-14B2-4963-890C-E6EFF091AE83}" srcId="{9A5D5E60-19DA-4BE6-9989-E3EDD195837B}" destId="{960F433B-953F-4034-B2D2-0B41D3594A84}" srcOrd="2" destOrd="0" parTransId="{2EDDEB17-AB02-46F7-AFAF-D700996CCE55}" sibTransId="{CA4E6B02-8608-4A44-A50F-2A1488EA6083}"/>
    <dgm:cxn modelId="{8256D508-6C5E-4DE2-9768-811617D7A72A}" srcId="{9A5D5E60-19DA-4BE6-9989-E3EDD195837B}" destId="{51B0056D-9FA7-4D13-974D-41174AF1ADE5}" srcOrd="5" destOrd="0" parTransId="{BA6D5179-B59B-4BCA-8332-A5B21DC09A76}" sibTransId="{3ED56F2E-58AC-412C-854F-3A4A8478D8D6}"/>
    <dgm:cxn modelId="{D0BC2614-B6EC-4C25-AB8F-6A5B9BBB873A}" srcId="{9A5D5E60-19DA-4BE6-9989-E3EDD195837B}" destId="{6FF47CD6-A4C7-425D-8C9E-EF68234A264C}" srcOrd="4" destOrd="0" parTransId="{CE4D3D64-4DBC-4897-B784-93AACDC31866}" sibTransId="{B1987F90-8DC6-4CEB-A3AE-F9E6CB55F22F}"/>
    <dgm:cxn modelId="{13B55016-3441-416C-A3E2-CE643E180C12}" type="presOf" srcId="{3ED56F2E-58AC-412C-854F-3A4A8478D8D6}" destId="{13AA3309-DB4A-421A-ACF0-46E6E71F0A58}" srcOrd="0" destOrd="0" presId="urn:microsoft.com/office/officeart/2005/8/layout/bProcess4"/>
    <dgm:cxn modelId="{EA231418-0A95-4BFA-90A8-AC5C1ED56D9B}" type="presOf" srcId="{7517040E-6328-4E31-90F7-8BF9F605396F}" destId="{B327BAC8-B855-4859-AD31-BF46907392E3}" srcOrd="0" destOrd="0" presId="urn:microsoft.com/office/officeart/2005/8/layout/bProcess4"/>
    <dgm:cxn modelId="{58875E34-703B-4582-A565-9E4B4F121143}" type="presOf" srcId="{B5B1E81E-707D-445F-8513-DB5FBE83E06A}" destId="{73497724-DB5D-47AE-885C-9B64203BF67A}" srcOrd="0" destOrd="0" presId="urn:microsoft.com/office/officeart/2005/8/layout/bProcess4"/>
    <dgm:cxn modelId="{75B48739-CFC5-45BC-8051-A37808D67470}" type="presOf" srcId="{889A9AE4-C37D-48D4-9394-C80D0AABF582}" destId="{FD4A5EC9-E531-4129-BFCF-4C0A3EB31209}" srcOrd="0" destOrd="0" presId="urn:microsoft.com/office/officeart/2005/8/layout/bProcess4"/>
    <dgm:cxn modelId="{4712065E-43F0-4CEE-B7D7-C058D83C79F1}" type="presOf" srcId="{2673C631-D905-4228-A4E4-0353D8A586A3}" destId="{0D3A1619-EC9B-4ABE-8249-49D861F4D5B6}" srcOrd="0" destOrd="0" presId="urn:microsoft.com/office/officeart/2005/8/layout/bProcess4"/>
    <dgm:cxn modelId="{AF35B345-4B57-4C0B-BFC6-07A66838C67E}" srcId="{9A5D5E60-19DA-4BE6-9989-E3EDD195837B}" destId="{55BEE168-7E1D-4777-B5A2-EB0B37DD7C17}" srcOrd="6" destOrd="0" parTransId="{1419A564-C9AB-42C1-9665-5EE87D9060DA}" sibTransId="{1DAD1B99-C15E-4B1B-AEA2-328EB5A820F9}"/>
    <dgm:cxn modelId="{27E5C24A-BAFE-4053-8182-8E6ECF2E2F3A}" type="presOf" srcId="{91B2BE5C-6836-43F5-B57B-1955E75F07F9}" destId="{A401C2C8-7311-4B66-A911-80F488BEF87D}" srcOrd="0" destOrd="0" presId="urn:microsoft.com/office/officeart/2005/8/layout/bProcess4"/>
    <dgm:cxn modelId="{9B302A6B-466E-4536-822C-B59B3118913C}" type="presOf" srcId="{CA4E6B02-8608-4A44-A50F-2A1488EA6083}" destId="{5D6E7BD5-F69E-4199-BB8E-EE2D87E63168}" srcOrd="0" destOrd="0" presId="urn:microsoft.com/office/officeart/2005/8/layout/bProcess4"/>
    <dgm:cxn modelId="{5A039D4B-4986-4923-9FA2-8CA9D4C87728}" srcId="{9A5D5E60-19DA-4BE6-9989-E3EDD195837B}" destId="{6A1EAC1F-5DD8-4519-B8D1-609A60B84898}" srcOrd="0" destOrd="0" parTransId="{CC240394-38E4-47E0-A76D-9DBA41E653F2}" sibTransId="{7517040E-6328-4E31-90F7-8BF9F605396F}"/>
    <dgm:cxn modelId="{6893186E-05B0-4629-954B-B97690AE34A8}" type="presOf" srcId="{B1987F90-8DC6-4CEB-A3AE-F9E6CB55F22F}" destId="{9FE77E58-8F91-4A5F-B532-C9125232EBB2}" srcOrd="0" destOrd="0" presId="urn:microsoft.com/office/officeart/2005/8/layout/bProcess4"/>
    <dgm:cxn modelId="{B1E6C888-4743-46DD-8AA2-9113909980CF}" type="presOf" srcId="{9A5D5E60-19DA-4BE6-9989-E3EDD195837B}" destId="{71CA8A20-2EF5-423E-A0EC-979CCD753DF2}" srcOrd="0" destOrd="0" presId="urn:microsoft.com/office/officeart/2005/8/layout/bProcess4"/>
    <dgm:cxn modelId="{4C5F5792-44EA-473C-94A4-1F59B9D3DBBC}" type="presOf" srcId="{55BEE168-7E1D-4777-B5A2-EB0B37DD7C17}" destId="{CBF278F4-2D9B-453A-8EC9-07F35F7112F3}" srcOrd="0" destOrd="0" presId="urn:microsoft.com/office/officeart/2005/8/layout/bProcess4"/>
    <dgm:cxn modelId="{03BB6D99-774C-4C3B-864A-FBFFD0819705}" type="presOf" srcId="{2E18D536-C098-450E-A93C-A7F741312D3D}" destId="{B2982F65-F416-4534-9881-C2F19E3DEB9D}" srcOrd="0" destOrd="0" presId="urn:microsoft.com/office/officeart/2005/8/layout/bProcess4"/>
    <dgm:cxn modelId="{C8D8D1A2-8819-48AF-849C-CBD7F611960B}" srcId="{9A5D5E60-19DA-4BE6-9989-E3EDD195837B}" destId="{2E18D536-C098-450E-A93C-A7F741312D3D}" srcOrd="3" destOrd="0" parTransId="{436A3F83-914B-4003-84F4-EADDED7C3613}" sibTransId="{D083060A-DB45-41F4-B1FE-25C987269AF1}"/>
    <dgm:cxn modelId="{32217FA3-272E-4536-8408-616FEBE5870D}" type="presOf" srcId="{D083060A-DB45-41F4-B1FE-25C987269AF1}" destId="{E18A8AAB-1A59-451F-B4A2-389FD39759C1}" srcOrd="0" destOrd="0" presId="urn:microsoft.com/office/officeart/2005/8/layout/bProcess4"/>
    <dgm:cxn modelId="{F8C732C4-38CA-4802-AF23-869CEF9E4432}" srcId="{9A5D5E60-19DA-4BE6-9989-E3EDD195837B}" destId="{91B2BE5C-6836-43F5-B57B-1955E75F07F9}" srcOrd="8" destOrd="0" parTransId="{15968245-0403-4B0C-B548-94FA99DB67A5}" sibTransId="{B4B10508-632E-4DE2-8788-A5AFEEE70496}"/>
    <dgm:cxn modelId="{34C651C7-DD46-4A9E-B857-7F020B79EDAF}" type="presOf" srcId="{1DAD1B99-C15E-4B1B-AEA2-328EB5A820F9}" destId="{B02E1E3E-5928-41FE-9735-0C43348DE568}" srcOrd="0" destOrd="0" presId="urn:microsoft.com/office/officeart/2005/8/layout/bProcess4"/>
    <dgm:cxn modelId="{6D044DCE-2F5D-4F2B-98A4-CEA2BF5C61EC}" srcId="{9A5D5E60-19DA-4BE6-9989-E3EDD195837B}" destId="{73E1EC6E-0A6A-4833-B223-D9F15AE84A85}" srcOrd="1" destOrd="0" parTransId="{6AFE36EA-536D-40C4-9411-E0059A3BEA9A}" sibTransId="{889A9AE4-C37D-48D4-9394-C80D0AABF582}"/>
    <dgm:cxn modelId="{133F10DB-2887-460D-8E14-559485F5F67B}" type="presOf" srcId="{73E1EC6E-0A6A-4833-B223-D9F15AE84A85}" destId="{BEB786B2-CA1F-4B65-AB16-EAE1AF38FB46}" srcOrd="0" destOrd="0" presId="urn:microsoft.com/office/officeart/2005/8/layout/bProcess4"/>
    <dgm:cxn modelId="{DD661BDD-5BEC-42BE-A7AC-A5437A2DFBAE}" type="presOf" srcId="{960F433B-953F-4034-B2D2-0B41D3594A84}" destId="{7B89B7E6-5C87-4A4F-BB87-64668BFAB0E4}" srcOrd="0" destOrd="0" presId="urn:microsoft.com/office/officeart/2005/8/layout/bProcess4"/>
    <dgm:cxn modelId="{8B6646DE-4B81-4EA2-B89D-7A88638238BC}" type="presOf" srcId="{51B0056D-9FA7-4D13-974D-41174AF1ADE5}" destId="{060E25BA-C504-45B4-985A-4A601162F1D6}" srcOrd="0" destOrd="0" presId="urn:microsoft.com/office/officeart/2005/8/layout/bProcess4"/>
    <dgm:cxn modelId="{213A56E2-45DE-4AA4-B06E-07A98C0F7EE7}" type="presOf" srcId="{6A1EAC1F-5DD8-4519-B8D1-609A60B84898}" destId="{CAC5AB3B-F549-4B81-88FE-8FD6CD4B838B}" srcOrd="0" destOrd="0" presId="urn:microsoft.com/office/officeart/2005/8/layout/bProcess4"/>
    <dgm:cxn modelId="{8DB4A5EF-1CFA-45D8-9342-8B86163CE09C}" srcId="{9A5D5E60-19DA-4BE6-9989-E3EDD195837B}" destId="{2673C631-D905-4228-A4E4-0353D8A586A3}" srcOrd="7" destOrd="0" parTransId="{DA7260DB-35E9-4420-9782-940D073F5A80}" sibTransId="{B5B1E81E-707D-445F-8513-DB5FBE83E06A}"/>
    <dgm:cxn modelId="{94B640FF-26B6-4EB1-A624-A3BA9CA52721}" type="presOf" srcId="{6FF47CD6-A4C7-425D-8C9E-EF68234A264C}" destId="{69CA1FCF-8171-4400-BBB8-066A97052295}" srcOrd="0" destOrd="0" presId="urn:microsoft.com/office/officeart/2005/8/layout/bProcess4"/>
    <dgm:cxn modelId="{642F9602-E7FA-45FF-B8F7-1963C3566A0D}" type="presParOf" srcId="{71CA8A20-2EF5-423E-A0EC-979CCD753DF2}" destId="{4D87F733-F99C-4099-ABE0-0E352584ECE0}" srcOrd="0" destOrd="0" presId="urn:microsoft.com/office/officeart/2005/8/layout/bProcess4"/>
    <dgm:cxn modelId="{AE4AAA31-3E37-470C-8467-AEC5ACFAFA6A}" type="presParOf" srcId="{4D87F733-F99C-4099-ABE0-0E352584ECE0}" destId="{B640AD5F-7DEA-4B02-BF53-B61DC22CA40F}" srcOrd="0" destOrd="0" presId="urn:microsoft.com/office/officeart/2005/8/layout/bProcess4"/>
    <dgm:cxn modelId="{22986398-F816-44FE-896D-16E8169EDA6E}" type="presParOf" srcId="{4D87F733-F99C-4099-ABE0-0E352584ECE0}" destId="{CAC5AB3B-F549-4B81-88FE-8FD6CD4B838B}" srcOrd="1" destOrd="0" presId="urn:microsoft.com/office/officeart/2005/8/layout/bProcess4"/>
    <dgm:cxn modelId="{255A87C7-79FF-484C-8950-5A1093F5BFF6}" type="presParOf" srcId="{71CA8A20-2EF5-423E-A0EC-979CCD753DF2}" destId="{B327BAC8-B855-4859-AD31-BF46907392E3}" srcOrd="1" destOrd="0" presId="urn:microsoft.com/office/officeart/2005/8/layout/bProcess4"/>
    <dgm:cxn modelId="{FCE09989-0AE7-4258-88E4-CFF3B9E49A4F}" type="presParOf" srcId="{71CA8A20-2EF5-423E-A0EC-979CCD753DF2}" destId="{0DEE36EB-309B-4F95-8AD3-03B35663F947}" srcOrd="2" destOrd="0" presId="urn:microsoft.com/office/officeart/2005/8/layout/bProcess4"/>
    <dgm:cxn modelId="{421414F2-39D7-4E3B-B763-66FA49FFC662}" type="presParOf" srcId="{0DEE36EB-309B-4F95-8AD3-03B35663F947}" destId="{B0C005B7-3D2F-4A31-9CC6-3C4D96277E31}" srcOrd="0" destOrd="0" presId="urn:microsoft.com/office/officeart/2005/8/layout/bProcess4"/>
    <dgm:cxn modelId="{1DB05CBB-64D2-4388-93F5-8187F678DCFE}" type="presParOf" srcId="{0DEE36EB-309B-4F95-8AD3-03B35663F947}" destId="{BEB786B2-CA1F-4B65-AB16-EAE1AF38FB46}" srcOrd="1" destOrd="0" presId="urn:microsoft.com/office/officeart/2005/8/layout/bProcess4"/>
    <dgm:cxn modelId="{10E6B516-E05C-4BB8-809D-87519A828C5F}" type="presParOf" srcId="{71CA8A20-2EF5-423E-A0EC-979CCD753DF2}" destId="{FD4A5EC9-E531-4129-BFCF-4C0A3EB31209}" srcOrd="3" destOrd="0" presId="urn:microsoft.com/office/officeart/2005/8/layout/bProcess4"/>
    <dgm:cxn modelId="{CF10B1DE-0A26-49DD-84D0-5577F10E1C26}" type="presParOf" srcId="{71CA8A20-2EF5-423E-A0EC-979CCD753DF2}" destId="{5EACEC5C-C8DB-4F01-8823-E9B575E5616B}" srcOrd="4" destOrd="0" presId="urn:microsoft.com/office/officeart/2005/8/layout/bProcess4"/>
    <dgm:cxn modelId="{3E9FCB98-F5D9-47B2-8D7C-D5E20342B288}" type="presParOf" srcId="{5EACEC5C-C8DB-4F01-8823-E9B575E5616B}" destId="{CD0767A7-BB15-4744-BFF2-76927358F690}" srcOrd="0" destOrd="0" presId="urn:microsoft.com/office/officeart/2005/8/layout/bProcess4"/>
    <dgm:cxn modelId="{2EE9748A-6F04-4D00-9BF1-0591DA9BCA77}" type="presParOf" srcId="{5EACEC5C-C8DB-4F01-8823-E9B575E5616B}" destId="{7B89B7E6-5C87-4A4F-BB87-64668BFAB0E4}" srcOrd="1" destOrd="0" presId="urn:microsoft.com/office/officeart/2005/8/layout/bProcess4"/>
    <dgm:cxn modelId="{9D661F66-E5E8-43DF-98D8-DCFA02F83C4E}" type="presParOf" srcId="{71CA8A20-2EF5-423E-A0EC-979CCD753DF2}" destId="{5D6E7BD5-F69E-4199-BB8E-EE2D87E63168}" srcOrd="5" destOrd="0" presId="urn:microsoft.com/office/officeart/2005/8/layout/bProcess4"/>
    <dgm:cxn modelId="{6DA7BED2-D37A-425F-BEF3-53AF838F261C}" type="presParOf" srcId="{71CA8A20-2EF5-423E-A0EC-979CCD753DF2}" destId="{8F582AAB-23C5-43C3-A219-BBED153570C0}" srcOrd="6" destOrd="0" presId="urn:microsoft.com/office/officeart/2005/8/layout/bProcess4"/>
    <dgm:cxn modelId="{CB1F7C9D-F0DB-4EC8-AFB3-4F02C0D33034}" type="presParOf" srcId="{8F582AAB-23C5-43C3-A219-BBED153570C0}" destId="{DD25672B-3365-44ED-B687-1476DFDB9BA1}" srcOrd="0" destOrd="0" presId="urn:microsoft.com/office/officeart/2005/8/layout/bProcess4"/>
    <dgm:cxn modelId="{EC4ADF90-7DEB-4928-B645-968A115FAC6B}" type="presParOf" srcId="{8F582AAB-23C5-43C3-A219-BBED153570C0}" destId="{B2982F65-F416-4534-9881-C2F19E3DEB9D}" srcOrd="1" destOrd="0" presId="urn:microsoft.com/office/officeart/2005/8/layout/bProcess4"/>
    <dgm:cxn modelId="{3118F9D3-4D04-411A-A2F4-4E9F034AA55A}" type="presParOf" srcId="{71CA8A20-2EF5-423E-A0EC-979CCD753DF2}" destId="{E18A8AAB-1A59-451F-B4A2-389FD39759C1}" srcOrd="7" destOrd="0" presId="urn:microsoft.com/office/officeart/2005/8/layout/bProcess4"/>
    <dgm:cxn modelId="{78A415C3-10EC-4285-98A4-7AF1A583776E}" type="presParOf" srcId="{71CA8A20-2EF5-423E-A0EC-979CCD753DF2}" destId="{D4885128-FDF4-4F6F-8872-26BF7D0EF333}" srcOrd="8" destOrd="0" presId="urn:microsoft.com/office/officeart/2005/8/layout/bProcess4"/>
    <dgm:cxn modelId="{41CA60E5-9B96-453D-BC4E-CBB6611FED3F}" type="presParOf" srcId="{D4885128-FDF4-4F6F-8872-26BF7D0EF333}" destId="{C8685A1D-1DCD-4DFE-9BEF-296FEB70C5DC}" srcOrd="0" destOrd="0" presId="urn:microsoft.com/office/officeart/2005/8/layout/bProcess4"/>
    <dgm:cxn modelId="{981DF96F-D702-4142-B3E9-BBB09E292360}" type="presParOf" srcId="{D4885128-FDF4-4F6F-8872-26BF7D0EF333}" destId="{69CA1FCF-8171-4400-BBB8-066A97052295}" srcOrd="1" destOrd="0" presId="urn:microsoft.com/office/officeart/2005/8/layout/bProcess4"/>
    <dgm:cxn modelId="{49E36006-4EB0-4BB1-BCD1-FF860F42989D}" type="presParOf" srcId="{71CA8A20-2EF5-423E-A0EC-979CCD753DF2}" destId="{9FE77E58-8F91-4A5F-B532-C9125232EBB2}" srcOrd="9" destOrd="0" presId="urn:microsoft.com/office/officeart/2005/8/layout/bProcess4"/>
    <dgm:cxn modelId="{1F58C985-B25B-42AD-AB24-428DEA371D8E}" type="presParOf" srcId="{71CA8A20-2EF5-423E-A0EC-979CCD753DF2}" destId="{8738116A-C7AC-4911-8B0D-7B80BA0518C0}" srcOrd="10" destOrd="0" presId="urn:microsoft.com/office/officeart/2005/8/layout/bProcess4"/>
    <dgm:cxn modelId="{3CDB0735-C5C0-48CC-93BA-5CCCB860E148}" type="presParOf" srcId="{8738116A-C7AC-4911-8B0D-7B80BA0518C0}" destId="{D84DEE08-E188-4FE0-A3B8-ECEB9F1E279C}" srcOrd="0" destOrd="0" presId="urn:microsoft.com/office/officeart/2005/8/layout/bProcess4"/>
    <dgm:cxn modelId="{5EE211B1-F877-4644-84AD-8B9CAD9EF483}" type="presParOf" srcId="{8738116A-C7AC-4911-8B0D-7B80BA0518C0}" destId="{060E25BA-C504-45B4-985A-4A601162F1D6}" srcOrd="1" destOrd="0" presId="urn:microsoft.com/office/officeart/2005/8/layout/bProcess4"/>
    <dgm:cxn modelId="{11DEC881-E131-4D74-AF46-696711643045}" type="presParOf" srcId="{71CA8A20-2EF5-423E-A0EC-979CCD753DF2}" destId="{13AA3309-DB4A-421A-ACF0-46E6E71F0A58}" srcOrd="11" destOrd="0" presId="urn:microsoft.com/office/officeart/2005/8/layout/bProcess4"/>
    <dgm:cxn modelId="{BDF03454-DC3F-4A50-9645-177153CCEE92}" type="presParOf" srcId="{71CA8A20-2EF5-423E-A0EC-979CCD753DF2}" destId="{732E4261-24A6-43C9-9420-64E2580A484E}" srcOrd="12" destOrd="0" presId="urn:microsoft.com/office/officeart/2005/8/layout/bProcess4"/>
    <dgm:cxn modelId="{27FFD7B4-0F30-48EB-8C06-959F0B66A6E8}" type="presParOf" srcId="{732E4261-24A6-43C9-9420-64E2580A484E}" destId="{AF6136E1-DBDF-4AA6-B252-044AAC77FBD1}" srcOrd="0" destOrd="0" presId="urn:microsoft.com/office/officeart/2005/8/layout/bProcess4"/>
    <dgm:cxn modelId="{458E2F35-B64A-43D9-86B0-D580EA7687D4}" type="presParOf" srcId="{732E4261-24A6-43C9-9420-64E2580A484E}" destId="{CBF278F4-2D9B-453A-8EC9-07F35F7112F3}" srcOrd="1" destOrd="0" presId="urn:microsoft.com/office/officeart/2005/8/layout/bProcess4"/>
    <dgm:cxn modelId="{2397AA4D-B8C2-45C0-B12D-9EF79441CA3E}" type="presParOf" srcId="{71CA8A20-2EF5-423E-A0EC-979CCD753DF2}" destId="{B02E1E3E-5928-41FE-9735-0C43348DE568}" srcOrd="13" destOrd="0" presId="urn:microsoft.com/office/officeart/2005/8/layout/bProcess4"/>
    <dgm:cxn modelId="{55A718BF-BD72-4B01-90EF-A91AC29A9E56}" type="presParOf" srcId="{71CA8A20-2EF5-423E-A0EC-979CCD753DF2}" destId="{B8C84F40-EB1C-4413-BDB8-3341F2E11C99}" srcOrd="14" destOrd="0" presId="urn:microsoft.com/office/officeart/2005/8/layout/bProcess4"/>
    <dgm:cxn modelId="{E9037117-E614-4348-B554-DF6B951B7FEA}" type="presParOf" srcId="{B8C84F40-EB1C-4413-BDB8-3341F2E11C99}" destId="{389BAE98-4220-44D3-AA04-74C6F3A38D7C}" srcOrd="0" destOrd="0" presId="urn:microsoft.com/office/officeart/2005/8/layout/bProcess4"/>
    <dgm:cxn modelId="{396CC188-7E07-410B-978D-3B9429EB4F53}" type="presParOf" srcId="{B8C84F40-EB1C-4413-BDB8-3341F2E11C99}" destId="{0D3A1619-EC9B-4ABE-8249-49D861F4D5B6}" srcOrd="1" destOrd="0" presId="urn:microsoft.com/office/officeart/2005/8/layout/bProcess4"/>
    <dgm:cxn modelId="{82C1A300-67AB-46B8-B41F-B668EFE1EF8F}" type="presParOf" srcId="{71CA8A20-2EF5-423E-A0EC-979CCD753DF2}" destId="{73497724-DB5D-47AE-885C-9B64203BF67A}" srcOrd="15" destOrd="0" presId="urn:microsoft.com/office/officeart/2005/8/layout/bProcess4"/>
    <dgm:cxn modelId="{598AFDD3-DCBD-407C-B784-9EABF8C0A2ED}" type="presParOf" srcId="{71CA8A20-2EF5-423E-A0EC-979CCD753DF2}" destId="{DEEE4A10-13FE-47C1-9779-13C21D2A030D}" srcOrd="16" destOrd="0" presId="urn:microsoft.com/office/officeart/2005/8/layout/bProcess4"/>
    <dgm:cxn modelId="{971FFFBA-C33D-42AB-95D6-154DFCCBDBD5}" type="presParOf" srcId="{DEEE4A10-13FE-47C1-9779-13C21D2A030D}" destId="{7D66B3B5-2B35-4789-9D21-1AA24967D81A}" srcOrd="0" destOrd="0" presId="urn:microsoft.com/office/officeart/2005/8/layout/bProcess4"/>
    <dgm:cxn modelId="{A81002D5-6639-45FE-8452-1741688EC314}" type="presParOf" srcId="{DEEE4A10-13FE-47C1-9779-13C21D2A030D}" destId="{A401C2C8-7311-4B66-A911-80F488BEF87D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6F80397-FD3E-44A5-A51E-C86B2773E38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CDB682-8429-4BB5-BA01-3C28E099A8A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Questions?</a:t>
          </a:r>
        </a:p>
      </dgm:t>
    </dgm:pt>
    <dgm:pt modelId="{8129BB78-4583-4DE3-95A3-9E44C2C0B739}" type="parTrans" cxnId="{0DBF9FB6-D7EB-4D07-89BC-6AF939847BEA}">
      <dgm:prSet/>
      <dgm:spPr/>
      <dgm:t>
        <a:bodyPr/>
        <a:lstStyle/>
        <a:p>
          <a:endParaRPr lang="en-US"/>
        </a:p>
      </dgm:t>
    </dgm:pt>
    <dgm:pt modelId="{B8CF98D0-1CD6-41C3-B1F2-E9666C2ACB6F}" type="sibTrans" cxnId="{0DBF9FB6-D7EB-4D07-89BC-6AF939847BEA}">
      <dgm:prSet/>
      <dgm:spPr/>
      <dgm:t>
        <a:bodyPr/>
        <a:lstStyle/>
        <a:p>
          <a:endParaRPr lang="en-US"/>
        </a:p>
      </dgm:t>
    </dgm:pt>
    <dgm:pt modelId="{B752CC6F-A508-446F-9D1D-4AB4D1630FF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Contact: wallmaden@hotmail.com</a:t>
          </a:r>
        </a:p>
      </dgm:t>
    </dgm:pt>
    <dgm:pt modelId="{E5DAD966-5E17-4DD7-A61E-EFBAAC0C2F78}" type="parTrans" cxnId="{79BAAA51-E2FE-4231-A872-2F5E60065441}">
      <dgm:prSet/>
      <dgm:spPr/>
      <dgm:t>
        <a:bodyPr/>
        <a:lstStyle/>
        <a:p>
          <a:endParaRPr lang="en-US"/>
        </a:p>
      </dgm:t>
    </dgm:pt>
    <dgm:pt modelId="{242D8D02-87EF-46B7-A91C-30C0B8999D14}" type="sibTrans" cxnId="{79BAAA51-E2FE-4231-A872-2F5E60065441}">
      <dgm:prSet/>
      <dgm:spPr/>
      <dgm:t>
        <a:bodyPr/>
        <a:lstStyle/>
        <a:p>
          <a:endParaRPr lang="en-US"/>
        </a:p>
      </dgm:t>
    </dgm:pt>
    <dgm:pt modelId="{60E232CE-FCC8-4B58-8ADC-0316487A502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Presented by: Paul Maden</a:t>
          </a:r>
        </a:p>
      </dgm:t>
    </dgm:pt>
    <dgm:pt modelId="{E5E5145A-770F-4480-A0B4-6E420CACDFCF}" type="parTrans" cxnId="{77880D1D-07D8-4C79-988C-FEA771B7666A}">
      <dgm:prSet/>
      <dgm:spPr/>
      <dgm:t>
        <a:bodyPr/>
        <a:lstStyle/>
        <a:p>
          <a:endParaRPr lang="en-US"/>
        </a:p>
      </dgm:t>
    </dgm:pt>
    <dgm:pt modelId="{E6936F9F-06EF-45A8-9BFF-A0F6A471416C}" type="sibTrans" cxnId="{77880D1D-07D8-4C79-988C-FEA771B7666A}">
      <dgm:prSet/>
      <dgm:spPr/>
      <dgm:t>
        <a:bodyPr/>
        <a:lstStyle/>
        <a:p>
          <a:endParaRPr lang="en-US"/>
        </a:p>
      </dgm:t>
    </dgm:pt>
    <dgm:pt modelId="{DA31E745-A163-41E6-B1C7-652BCCBFCAAA}" type="pres">
      <dgm:prSet presAssocID="{C6F80397-FD3E-44A5-A51E-C86B2773E380}" presName="root" presStyleCnt="0">
        <dgm:presLayoutVars>
          <dgm:dir/>
          <dgm:resizeHandles val="exact"/>
        </dgm:presLayoutVars>
      </dgm:prSet>
      <dgm:spPr/>
    </dgm:pt>
    <dgm:pt modelId="{42E05953-4205-4DCD-8563-C4FA5787BDFF}" type="pres">
      <dgm:prSet presAssocID="{C7CDB682-8429-4BB5-BA01-3C28E099A8A0}" presName="compNode" presStyleCnt="0"/>
      <dgm:spPr/>
    </dgm:pt>
    <dgm:pt modelId="{054D6E22-882C-41C8-A40F-A392686C40C5}" type="pres">
      <dgm:prSet presAssocID="{C7CDB682-8429-4BB5-BA01-3C28E099A8A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CE4D3FA8-E4FD-47C5-BCF9-034EB1897697}" type="pres">
      <dgm:prSet presAssocID="{C7CDB682-8429-4BB5-BA01-3C28E099A8A0}" presName="spaceRect" presStyleCnt="0"/>
      <dgm:spPr/>
    </dgm:pt>
    <dgm:pt modelId="{38EDF628-07F8-40F3-A6D8-1F37D55D9B5C}" type="pres">
      <dgm:prSet presAssocID="{C7CDB682-8429-4BB5-BA01-3C28E099A8A0}" presName="textRect" presStyleLbl="revTx" presStyleIdx="0" presStyleCnt="3">
        <dgm:presLayoutVars>
          <dgm:chMax val="1"/>
          <dgm:chPref val="1"/>
        </dgm:presLayoutVars>
      </dgm:prSet>
      <dgm:spPr/>
    </dgm:pt>
    <dgm:pt modelId="{7424C7B5-BD31-47E6-82F6-E47D0131CCB7}" type="pres">
      <dgm:prSet presAssocID="{B8CF98D0-1CD6-41C3-B1F2-E9666C2ACB6F}" presName="sibTrans" presStyleCnt="0"/>
      <dgm:spPr/>
    </dgm:pt>
    <dgm:pt modelId="{D5241DBF-68C2-4CB9-89B1-178425817BCC}" type="pres">
      <dgm:prSet presAssocID="{B752CC6F-A508-446F-9D1D-4AB4D1630FF8}" presName="compNode" presStyleCnt="0"/>
      <dgm:spPr/>
    </dgm:pt>
    <dgm:pt modelId="{97F7377B-9062-4058-A1C6-3A0BF9F2A157}" type="pres">
      <dgm:prSet presAssocID="{B752CC6F-A508-446F-9D1D-4AB4D1630FF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E1BF1A13-DE2C-425A-BBD7-395304DAD168}" type="pres">
      <dgm:prSet presAssocID="{B752CC6F-A508-446F-9D1D-4AB4D1630FF8}" presName="spaceRect" presStyleCnt="0"/>
      <dgm:spPr/>
    </dgm:pt>
    <dgm:pt modelId="{724A18E3-4540-4D61-96D0-B6AD0FAF5CAB}" type="pres">
      <dgm:prSet presAssocID="{B752CC6F-A508-446F-9D1D-4AB4D1630FF8}" presName="textRect" presStyleLbl="revTx" presStyleIdx="1" presStyleCnt="3" custScaleX="124061">
        <dgm:presLayoutVars>
          <dgm:chMax val="1"/>
          <dgm:chPref val="1"/>
        </dgm:presLayoutVars>
      </dgm:prSet>
      <dgm:spPr/>
    </dgm:pt>
    <dgm:pt modelId="{99EAD1F2-1EC7-44EE-9E95-32528E0A061B}" type="pres">
      <dgm:prSet presAssocID="{242D8D02-87EF-46B7-A91C-30C0B8999D14}" presName="sibTrans" presStyleCnt="0"/>
      <dgm:spPr/>
    </dgm:pt>
    <dgm:pt modelId="{AEBEA6DB-F0E5-4EDE-A516-97BAE2B39965}" type="pres">
      <dgm:prSet presAssocID="{60E232CE-FCC8-4B58-8ADC-0316487A5021}" presName="compNode" presStyleCnt="0"/>
      <dgm:spPr/>
    </dgm:pt>
    <dgm:pt modelId="{233AF904-F52B-4352-9C89-3D0258485AFB}" type="pres">
      <dgm:prSet presAssocID="{60E232CE-FCC8-4B58-8ADC-0316487A502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3027506E-FEBF-4159-AAED-D8A1701A5345}" type="pres">
      <dgm:prSet presAssocID="{60E232CE-FCC8-4B58-8ADC-0316487A5021}" presName="spaceRect" presStyleCnt="0"/>
      <dgm:spPr/>
    </dgm:pt>
    <dgm:pt modelId="{89790E5E-BADE-484D-B855-C95CE69C91E9}" type="pres">
      <dgm:prSet presAssocID="{60E232CE-FCC8-4B58-8ADC-0316487A502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7880D1D-07D8-4C79-988C-FEA771B7666A}" srcId="{C6F80397-FD3E-44A5-A51E-C86B2773E380}" destId="{60E232CE-FCC8-4B58-8ADC-0316487A5021}" srcOrd="2" destOrd="0" parTransId="{E5E5145A-770F-4480-A0B4-6E420CACDFCF}" sibTransId="{E6936F9F-06EF-45A8-9BFF-A0F6A471416C}"/>
    <dgm:cxn modelId="{D125A12F-358C-4A57-82EE-00F77D1FABBF}" type="presOf" srcId="{C6F80397-FD3E-44A5-A51E-C86B2773E380}" destId="{DA31E745-A163-41E6-B1C7-652BCCBFCAAA}" srcOrd="0" destOrd="0" presId="urn:microsoft.com/office/officeart/2018/2/layout/IconLabelList"/>
    <dgm:cxn modelId="{DB426D66-87F8-4754-A44E-C77F08D0AF25}" type="presOf" srcId="{60E232CE-FCC8-4B58-8ADC-0316487A5021}" destId="{89790E5E-BADE-484D-B855-C95CE69C91E9}" srcOrd="0" destOrd="0" presId="urn:microsoft.com/office/officeart/2018/2/layout/IconLabelList"/>
    <dgm:cxn modelId="{79BAAA51-E2FE-4231-A872-2F5E60065441}" srcId="{C6F80397-FD3E-44A5-A51E-C86B2773E380}" destId="{B752CC6F-A508-446F-9D1D-4AB4D1630FF8}" srcOrd="1" destOrd="0" parTransId="{E5DAD966-5E17-4DD7-A61E-EFBAAC0C2F78}" sibTransId="{242D8D02-87EF-46B7-A91C-30C0B8999D14}"/>
    <dgm:cxn modelId="{D0E138AA-A465-423A-B56F-F2F97BF2F8D7}" type="presOf" srcId="{C7CDB682-8429-4BB5-BA01-3C28E099A8A0}" destId="{38EDF628-07F8-40F3-A6D8-1F37D55D9B5C}" srcOrd="0" destOrd="0" presId="urn:microsoft.com/office/officeart/2018/2/layout/IconLabelList"/>
    <dgm:cxn modelId="{0DBF9FB6-D7EB-4D07-89BC-6AF939847BEA}" srcId="{C6F80397-FD3E-44A5-A51E-C86B2773E380}" destId="{C7CDB682-8429-4BB5-BA01-3C28E099A8A0}" srcOrd="0" destOrd="0" parTransId="{8129BB78-4583-4DE3-95A3-9E44C2C0B739}" sibTransId="{B8CF98D0-1CD6-41C3-B1F2-E9666C2ACB6F}"/>
    <dgm:cxn modelId="{87D5BBBF-D32B-47F3-8616-20D5595A84E5}" type="presOf" srcId="{B752CC6F-A508-446F-9D1D-4AB4D1630FF8}" destId="{724A18E3-4540-4D61-96D0-B6AD0FAF5CAB}" srcOrd="0" destOrd="0" presId="urn:microsoft.com/office/officeart/2018/2/layout/IconLabelList"/>
    <dgm:cxn modelId="{149565CE-1436-474D-B5BF-9BAB6609D1D8}" type="presParOf" srcId="{DA31E745-A163-41E6-B1C7-652BCCBFCAAA}" destId="{42E05953-4205-4DCD-8563-C4FA5787BDFF}" srcOrd="0" destOrd="0" presId="urn:microsoft.com/office/officeart/2018/2/layout/IconLabelList"/>
    <dgm:cxn modelId="{5CD5D718-B16D-4CAE-9863-E191871E902A}" type="presParOf" srcId="{42E05953-4205-4DCD-8563-C4FA5787BDFF}" destId="{054D6E22-882C-41C8-A40F-A392686C40C5}" srcOrd="0" destOrd="0" presId="urn:microsoft.com/office/officeart/2018/2/layout/IconLabelList"/>
    <dgm:cxn modelId="{7BBE8091-5C54-4871-9431-64325F0DC4ED}" type="presParOf" srcId="{42E05953-4205-4DCD-8563-C4FA5787BDFF}" destId="{CE4D3FA8-E4FD-47C5-BCF9-034EB1897697}" srcOrd="1" destOrd="0" presId="urn:microsoft.com/office/officeart/2018/2/layout/IconLabelList"/>
    <dgm:cxn modelId="{D5E1FD0D-AE2C-430C-8472-A150B49CBB73}" type="presParOf" srcId="{42E05953-4205-4DCD-8563-C4FA5787BDFF}" destId="{38EDF628-07F8-40F3-A6D8-1F37D55D9B5C}" srcOrd="2" destOrd="0" presId="urn:microsoft.com/office/officeart/2018/2/layout/IconLabelList"/>
    <dgm:cxn modelId="{190AF182-A4F9-4FF6-8014-7DB29F281490}" type="presParOf" srcId="{DA31E745-A163-41E6-B1C7-652BCCBFCAAA}" destId="{7424C7B5-BD31-47E6-82F6-E47D0131CCB7}" srcOrd="1" destOrd="0" presId="urn:microsoft.com/office/officeart/2018/2/layout/IconLabelList"/>
    <dgm:cxn modelId="{71F235B5-20A8-40AE-A972-B30B1F842FEA}" type="presParOf" srcId="{DA31E745-A163-41E6-B1C7-652BCCBFCAAA}" destId="{D5241DBF-68C2-4CB9-89B1-178425817BCC}" srcOrd="2" destOrd="0" presId="urn:microsoft.com/office/officeart/2018/2/layout/IconLabelList"/>
    <dgm:cxn modelId="{C7BD5C92-D680-4D42-8B8C-4DC75886A141}" type="presParOf" srcId="{D5241DBF-68C2-4CB9-89B1-178425817BCC}" destId="{97F7377B-9062-4058-A1C6-3A0BF9F2A157}" srcOrd="0" destOrd="0" presId="urn:microsoft.com/office/officeart/2018/2/layout/IconLabelList"/>
    <dgm:cxn modelId="{624A5640-072E-434C-B6FC-C6D8688FF27D}" type="presParOf" srcId="{D5241DBF-68C2-4CB9-89B1-178425817BCC}" destId="{E1BF1A13-DE2C-425A-BBD7-395304DAD168}" srcOrd="1" destOrd="0" presId="urn:microsoft.com/office/officeart/2018/2/layout/IconLabelList"/>
    <dgm:cxn modelId="{D18573C3-6798-4DAB-A3A7-CBCE7905F6CF}" type="presParOf" srcId="{D5241DBF-68C2-4CB9-89B1-178425817BCC}" destId="{724A18E3-4540-4D61-96D0-B6AD0FAF5CAB}" srcOrd="2" destOrd="0" presId="urn:microsoft.com/office/officeart/2018/2/layout/IconLabelList"/>
    <dgm:cxn modelId="{9FB81752-9D8F-4D7A-B0CA-7AADF1750EB3}" type="presParOf" srcId="{DA31E745-A163-41E6-B1C7-652BCCBFCAAA}" destId="{99EAD1F2-1EC7-44EE-9E95-32528E0A061B}" srcOrd="3" destOrd="0" presId="urn:microsoft.com/office/officeart/2018/2/layout/IconLabelList"/>
    <dgm:cxn modelId="{A3279E41-9B63-4065-942A-84ABA0897ED6}" type="presParOf" srcId="{DA31E745-A163-41E6-B1C7-652BCCBFCAAA}" destId="{AEBEA6DB-F0E5-4EDE-A516-97BAE2B39965}" srcOrd="4" destOrd="0" presId="urn:microsoft.com/office/officeart/2018/2/layout/IconLabelList"/>
    <dgm:cxn modelId="{DB3F2527-3AB9-4406-8681-FBBC7A5764BC}" type="presParOf" srcId="{AEBEA6DB-F0E5-4EDE-A516-97BAE2B39965}" destId="{233AF904-F52B-4352-9C89-3D0258485AFB}" srcOrd="0" destOrd="0" presId="urn:microsoft.com/office/officeart/2018/2/layout/IconLabelList"/>
    <dgm:cxn modelId="{ACCB02A4-734B-438E-9975-5737AF8CBA75}" type="presParOf" srcId="{AEBEA6DB-F0E5-4EDE-A516-97BAE2B39965}" destId="{3027506E-FEBF-4159-AAED-D8A1701A5345}" srcOrd="1" destOrd="0" presId="urn:microsoft.com/office/officeart/2018/2/layout/IconLabelList"/>
    <dgm:cxn modelId="{06AB561A-C7E0-456D-BAC6-1C26D24B63C8}" type="presParOf" srcId="{AEBEA6DB-F0E5-4EDE-A516-97BAE2B39965}" destId="{89790E5E-BADE-484D-B855-C95CE69C91E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942D82-1B47-4412-8EC0-711629B6CA09}">
      <dsp:nvSpPr>
        <dsp:cNvPr id="0" name=""/>
        <dsp:cNvSpPr/>
      </dsp:nvSpPr>
      <dsp:spPr>
        <a:xfrm rot="5400000">
          <a:off x="4830178" y="-1970077"/>
          <a:ext cx="773615" cy="491010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u="sng" kern="1200" dirty="0"/>
            <a:t> What if</a:t>
          </a:r>
          <a:r>
            <a:rPr lang="en-GB" sz="1000" u="sng" kern="1200" dirty="0"/>
            <a:t> </a:t>
          </a:r>
          <a:r>
            <a:rPr lang="en-GB" sz="1000" u="none" kern="1200" dirty="0"/>
            <a:t>h</a:t>
          </a:r>
          <a:r>
            <a:rPr lang="en-GB" sz="1000" kern="1200" dirty="0"/>
            <a:t>idden weather patterns – missed by traditional methods – could reveal early signs of climate shifts?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kern="1200" dirty="0"/>
            <a:t> Approach</a:t>
          </a:r>
          <a:r>
            <a:rPr lang="en-GB" sz="1000" kern="1200" dirty="0"/>
            <a:t>: </a:t>
          </a:r>
          <a:r>
            <a:rPr lang="en-GB" sz="1000" i="1" kern="1200" dirty="0"/>
            <a:t>Unsupervised clustering </a:t>
          </a:r>
          <a:r>
            <a:rPr lang="en-GB" sz="1000" kern="1200" dirty="0"/>
            <a:t>(e.g. PCA) to group weather patterns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kern="1200" dirty="0"/>
            <a:t> Goal</a:t>
          </a:r>
          <a:r>
            <a:rPr lang="en-GB" sz="1000" kern="1200" dirty="0"/>
            <a:t>: Identify early warning signs of changing climate behaviour before they escalate into more extreme or widespread events!</a:t>
          </a:r>
        </a:p>
      </dsp:txBody>
      <dsp:txXfrm rot="-5400000">
        <a:off x="2761934" y="135932"/>
        <a:ext cx="4872339" cy="698085"/>
      </dsp:txXfrm>
    </dsp:sp>
    <dsp:sp modelId="{58887B71-ED8B-42FF-BAAA-D38A692E9729}">
      <dsp:nvSpPr>
        <dsp:cNvPr id="0" name=""/>
        <dsp:cNvSpPr/>
      </dsp:nvSpPr>
      <dsp:spPr>
        <a:xfrm>
          <a:off x="0" y="1465"/>
          <a:ext cx="2761934" cy="9670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1. Discovering Patterns in Changing Weather</a:t>
          </a:r>
          <a:endParaRPr lang="en-GB" sz="2200" kern="1200" dirty="0"/>
        </a:p>
      </dsp:txBody>
      <dsp:txXfrm>
        <a:off x="47206" y="48671"/>
        <a:ext cx="2667522" cy="872606"/>
      </dsp:txXfrm>
    </dsp:sp>
    <dsp:sp modelId="{15BBFDAD-6DE9-4A40-9DD3-7D590D89644C}">
      <dsp:nvSpPr>
        <dsp:cNvPr id="0" name=""/>
        <dsp:cNvSpPr/>
      </dsp:nvSpPr>
      <dsp:spPr>
        <a:xfrm rot="5400000">
          <a:off x="4830178" y="-954707"/>
          <a:ext cx="773615" cy="491010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u="sng" kern="1200" dirty="0"/>
            <a:t> What if </a:t>
          </a:r>
          <a:r>
            <a:rPr lang="en-GB" sz="1000" b="0" u="none" kern="1200" dirty="0"/>
            <a:t>tweaking model settings (hyperparameters) Could dramatically boost the accuracy of long-term climate forecasts?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u="none" kern="1200" dirty="0"/>
            <a:t> Approach</a:t>
          </a:r>
          <a:r>
            <a:rPr lang="en-GB" sz="1000" u="none" kern="1200" dirty="0"/>
            <a:t>: Use </a:t>
          </a:r>
          <a:r>
            <a:rPr lang="en-GB" sz="1000" i="1" u="none" kern="1200" dirty="0"/>
            <a:t>Bayesians optimisation </a:t>
          </a:r>
          <a:r>
            <a:rPr lang="en-GB" sz="1000" u="none" kern="1200" dirty="0"/>
            <a:t>to fine tune a CNN (Convolution Neutral Network) model for predicting future weather patterns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u="none" kern="1200" dirty="0"/>
            <a:t> Goal</a:t>
          </a:r>
          <a:r>
            <a:rPr lang="en-GB" sz="1000" u="none" kern="1200" dirty="0"/>
            <a:t>: Build accurate forecasting models - refining how models learn from data</a:t>
          </a:r>
        </a:p>
      </dsp:txBody>
      <dsp:txXfrm rot="-5400000">
        <a:off x="2761934" y="1151302"/>
        <a:ext cx="4872339" cy="698085"/>
      </dsp:txXfrm>
    </dsp:sp>
    <dsp:sp modelId="{8BAC8C5C-536A-48DA-B432-489DA95C3CD0}">
      <dsp:nvSpPr>
        <dsp:cNvPr id="0" name=""/>
        <dsp:cNvSpPr/>
      </dsp:nvSpPr>
      <dsp:spPr>
        <a:xfrm>
          <a:off x="0" y="1016835"/>
          <a:ext cx="2761934" cy="9670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2. Better Forecasts Through Tuning</a:t>
          </a:r>
          <a:endParaRPr lang="en-GB" sz="2200" kern="1200" dirty="0"/>
        </a:p>
      </dsp:txBody>
      <dsp:txXfrm>
        <a:off x="47206" y="1064041"/>
        <a:ext cx="2667522" cy="872606"/>
      </dsp:txXfrm>
    </dsp:sp>
    <dsp:sp modelId="{ECFDB997-2DBC-484F-959E-7052B22C67F4}">
      <dsp:nvSpPr>
        <dsp:cNvPr id="0" name=""/>
        <dsp:cNvSpPr/>
      </dsp:nvSpPr>
      <dsp:spPr>
        <a:xfrm rot="5400000">
          <a:off x="4830178" y="60661"/>
          <a:ext cx="773615" cy="491010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u="sng" kern="1200" dirty="0">
              <a:solidFill>
                <a:schemeClr val="tx1"/>
              </a:solidFill>
            </a:rPr>
            <a:t> What if </a:t>
          </a:r>
          <a:r>
            <a:rPr lang="en-GB" sz="1000" b="0" u="none" kern="1200" dirty="0">
              <a:solidFill>
                <a:schemeClr val="tx1"/>
              </a:solidFill>
            </a:rPr>
            <a:t>machines could visually read radar-style weather patterns to detect early signs of dangerous change</a:t>
          </a:r>
          <a:endParaRPr lang="en-GB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kern="1200" dirty="0">
              <a:solidFill>
                <a:schemeClr val="tx1"/>
              </a:solidFill>
            </a:rPr>
            <a:t> Approach</a:t>
          </a:r>
          <a:r>
            <a:rPr lang="en-GB" sz="1000" kern="1200" dirty="0">
              <a:solidFill>
                <a:schemeClr val="tx1"/>
              </a:solidFill>
            </a:rPr>
            <a:t>: Train CNN using weather data transformed into radar like visual formats focusing on visual pattern recognition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kern="1200" dirty="0">
              <a:solidFill>
                <a:schemeClr val="tx1"/>
              </a:solidFill>
            </a:rPr>
            <a:t> Goal</a:t>
          </a:r>
          <a:r>
            <a:rPr lang="en-GB" sz="1000" kern="1200" dirty="0">
              <a:solidFill>
                <a:schemeClr val="tx1"/>
              </a:solidFill>
            </a:rPr>
            <a:t>: Identify extreme weather events early using vision-based ML models</a:t>
          </a:r>
        </a:p>
      </dsp:txBody>
      <dsp:txXfrm rot="-5400000">
        <a:off x="2761934" y="2166671"/>
        <a:ext cx="4872339" cy="698085"/>
      </dsp:txXfrm>
    </dsp:sp>
    <dsp:sp modelId="{E42485D2-2401-4B77-914E-E6645295D9BD}">
      <dsp:nvSpPr>
        <dsp:cNvPr id="0" name=""/>
        <dsp:cNvSpPr/>
      </dsp:nvSpPr>
      <dsp:spPr>
        <a:xfrm>
          <a:off x="0" y="2032204"/>
          <a:ext cx="2761934" cy="9670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3. Seeing Weather with Machine Learning</a:t>
          </a:r>
          <a:endParaRPr lang="en-GB" sz="2200" kern="1200" dirty="0"/>
        </a:p>
      </dsp:txBody>
      <dsp:txXfrm>
        <a:off x="47206" y="2079410"/>
        <a:ext cx="2667522" cy="8726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A7D17-8BFF-4855-AA5F-604B871BBC29}">
      <dsp:nvSpPr>
        <dsp:cNvPr id="0" name=""/>
        <dsp:cNvSpPr/>
      </dsp:nvSpPr>
      <dsp:spPr>
        <a:xfrm>
          <a:off x="3079" y="0"/>
          <a:ext cx="1852508" cy="1568458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1.</a:t>
          </a:r>
        </a:p>
      </dsp:txBody>
      <dsp:txXfrm rot="16200000">
        <a:off x="-454737" y="457816"/>
        <a:ext cx="1286135" cy="370501"/>
      </dsp:txXfrm>
    </dsp:sp>
    <dsp:sp modelId="{20085DF7-5C16-4C52-903E-EB02270BA3C4}">
      <dsp:nvSpPr>
        <dsp:cNvPr id="0" name=""/>
        <dsp:cNvSpPr/>
      </dsp:nvSpPr>
      <dsp:spPr>
        <a:xfrm>
          <a:off x="373581" y="0"/>
          <a:ext cx="1380118" cy="156845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Identify weather patterns outside the regional norm</a:t>
          </a:r>
        </a:p>
      </dsp:txBody>
      <dsp:txXfrm>
        <a:off x="373581" y="0"/>
        <a:ext cx="1380118" cy="1568458"/>
      </dsp:txXfrm>
    </dsp:sp>
    <dsp:sp modelId="{95BF699C-BD7E-4C21-A103-721EAB753C97}">
      <dsp:nvSpPr>
        <dsp:cNvPr id="0" name=""/>
        <dsp:cNvSpPr/>
      </dsp:nvSpPr>
      <dsp:spPr>
        <a:xfrm>
          <a:off x="1920425" y="0"/>
          <a:ext cx="1852508" cy="1568458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2.</a:t>
          </a:r>
        </a:p>
      </dsp:txBody>
      <dsp:txXfrm rot="16200000">
        <a:off x="1462608" y="457816"/>
        <a:ext cx="1286135" cy="370501"/>
      </dsp:txXfrm>
    </dsp:sp>
    <dsp:sp modelId="{63F9C2DE-9540-4641-ABFC-746232E9FE70}">
      <dsp:nvSpPr>
        <dsp:cNvPr id="0" name=""/>
        <dsp:cNvSpPr/>
      </dsp:nvSpPr>
      <dsp:spPr>
        <a:xfrm rot="5400000">
          <a:off x="1814440" y="1205616"/>
          <a:ext cx="230495" cy="27787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065038-1D4A-400F-9F5A-0BF093BAE945}">
      <dsp:nvSpPr>
        <dsp:cNvPr id="0" name=""/>
        <dsp:cNvSpPr/>
      </dsp:nvSpPr>
      <dsp:spPr>
        <a:xfrm>
          <a:off x="2290927" y="0"/>
          <a:ext cx="1380118" cy="156845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Determine if unusual patterns are increasing</a:t>
          </a:r>
        </a:p>
      </dsp:txBody>
      <dsp:txXfrm>
        <a:off x="2290927" y="0"/>
        <a:ext cx="1380118" cy="1568458"/>
      </dsp:txXfrm>
    </dsp:sp>
    <dsp:sp modelId="{7844BFAC-4A5A-4F93-A44F-27B9DB62FD30}">
      <dsp:nvSpPr>
        <dsp:cNvPr id="0" name=""/>
        <dsp:cNvSpPr/>
      </dsp:nvSpPr>
      <dsp:spPr>
        <a:xfrm>
          <a:off x="3837771" y="0"/>
          <a:ext cx="1852508" cy="1568458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3.</a:t>
          </a:r>
        </a:p>
      </dsp:txBody>
      <dsp:txXfrm rot="16200000">
        <a:off x="3379954" y="457816"/>
        <a:ext cx="1286135" cy="370501"/>
      </dsp:txXfrm>
    </dsp:sp>
    <dsp:sp modelId="{3612FFA0-E489-43F4-A1A6-2E799877D4D1}">
      <dsp:nvSpPr>
        <dsp:cNvPr id="0" name=""/>
        <dsp:cNvSpPr/>
      </dsp:nvSpPr>
      <dsp:spPr>
        <a:xfrm rot="5400000">
          <a:off x="3731786" y="1205616"/>
          <a:ext cx="230495" cy="27787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914B6D-B805-4A09-9B9E-B7E2B87BAE0A}">
      <dsp:nvSpPr>
        <dsp:cNvPr id="0" name=""/>
        <dsp:cNvSpPr/>
      </dsp:nvSpPr>
      <dsp:spPr>
        <a:xfrm>
          <a:off x="4208272" y="0"/>
          <a:ext cx="1380118" cy="156845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Predict future weather conditions (25–50 years).</a:t>
          </a:r>
        </a:p>
      </dsp:txBody>
      <dsp:txXfrm>
        <a:off x="4208272" y="0"/>
        <a:ext cx="1380118" cy="1568458"/>
      </dsp:txXfrm>
    </dsp:sp>
    <dsp:sp modelId="{50F8BFB1-6749-4A21-B2AE-7D0B6DC58021}">
      <dsp:nvSpPr>
        <dsp:cNvPr id="0" name=""/>
        <dsp:cNvSpPr/>
      </dsp:nvSpPr>
      <dsp:spPr>
        <a:xfrm>
          <a:off x="5755117" y="0"/>
          <a:ext cx="1852508" cy="1568458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4.</a:t>
          </a:r>
        </a:p>
      </dsp:txBody>
      <dsp:txXfrm rot="16200000">
        <a:off x="5297300" y="457816"/>
        <a:ext cx="1286135" cy="370501"/>
      </dsp:txXfrm>
    </dsp:sp>
    <dsp:sp modelId="{32FB1C8D-4A4D-4929-B710-C035D7242FB1}">
      <dsp:nvSpPr>
        <dsp:cNvPr id="0" name=""/>
        <dsp:cNvSpPr/>
      </dsp:nvSpPr>
      <dsp:spPr>
        <a:xfrm rot="5400000">
          <a:off x="5649132" y="1205616"/>
          <a:ext cx="230495" cy="27787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721C1-A3E5-4E2A-9AC3-B075A9133260}">
      <dsp:nvSpPr>
        <dsp:cNvPr id="0" name=""/>
        <dsp:cNvSpPr/>
      </dsp:nvSpPr>
      <dsp:spPr>
        <a:xfrm rot="16200000">
          <a:off x="-1435191" y="2155992"/>
          <a:ext cx="3307400" cy="287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3514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Unsupervised Learning: </a:t>
          </a:r>
        </a:p>
      </dsp:txBody>
      <dsp:txXfrm>
        <a:off x="-1435191" y="2155992"/>
        <a:ext cx="3307400" cy="287449"/>
      </dsp:txXfrm>
    </dsp:sp>
    <dsp:sp modelId="{E7F8C222-A845-4051-BE79-C05F1C2C6BDC}">
      <dsp:nvSpPr>
        <dsp:cNvPr id="0" name=""/>
        <dsp:cNvSpPr/>
      </dsp:nvSpPr>
      <dsp:spPr>
        <a:xfrm>
          <a:off x="362233" y="646016"/>
          <a:ext cx="1431803" cy="3307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253514" rIns="99568" bIns="99568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Use Case</a:t>
          </a:r>
          <a:r>
            <a:rPr lang="en-GB" sz="1100" b="1" kern="1200" dirty="0"/>
            <a:t>:</a:t>
          </a:r>
          <a:r>
            <a:rPr lang="en-GB" sz="1100" kern="1200" dirty="0"/>
            <a:t> Find hidden patterns in unlabelled data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Example</a:t>
          </a:r>
          <a:r>
            <a:rPr lang="en-GB" sz="1100" b="1" kern="1200" dirty="0"/>
            <a:t>:</a:t>
          </a:r>
          <a:r>
            <a:rPr lang="en-GB" sz="1100" kern="1200" dirty="0"/>
            <a:t> Discover unusual weather trends over time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Techniques</a:t>
          </a:r>
          <a:r>
            <a:rPr lang="en-GB" sz="1100" b="1" kern="1200" dirty="0"/>
            <a:t>:</a:t>
          </a:r>
          <a:r>
            <a:rPr lang="en-GB" sz="1100" kern="1200" dirty="0"/>
            <a:t> Clustering (e.g., K-Means), PCA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Value</a:t>
          </a:r>
          <a:r>
            <a:rPr lang="en-GB" sz="1100" b="1" kern="1200" dirty="0"/>
            <a:t>:</a:t>
          </a:r>
          <a:r>
            <a:rPr lang="en-GB" sz="1100" kern="1200" dirty="0"/>
            <a:t> Highlights changes without needing pre-defined labels</a:t>
          </a:r>
        </a:p>
      </dsp:txBody>
      <dsp:txXfrm>
        <a:off x="362233" y="646016"/>
        <a:ext cx="1431803" cy="3307400"/>
      </dsp:txXfrm>
    </dsp:sp>
    <dsp:sp modelId="{39821379-B3CA-4C68-88E3-FC083BEF3C03}">
      <dsp:nvSpPr>
        <dsp:cNvPr id="0" name=""/>
        <dsp:cNvSpPr/>
      </dsp:nvSpPr>
      <dsp:spPr>
        <a:xfrm>
          <a:off x="-138725" y="262610"/>
          <a:ext cx="1001916" cy="5828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6000" b="-3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0360E2-1C9B-4E8E-AF9B-7BC2B8EA9CB5}">
      <dsp:nvSpPr>
        <dsp:cNvPr id="0" name=""/>
        <dsp:cNvSpPr/>
      </dsp:nvSpPr>
      <dsp:spPr>
        <a:xfrm rot="16200000">
          <a:off x="840364" y="2180221"/>
          <a:ext cx="3307400" cy="287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3514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Deep Learning: </a:t>
          </a:r>
        </a:p>
      </dsp:txBody>
      <dsp:txXfrm>
        <a:off x="840364" y="2180221"/>
        <a:ext cx="3307400" cy="287449"/>
      </dsp:txXfrm>
    </dsp:sp>
    <dsp:sp modelId="{3CB4779D-019A-40DF-AAAB-0988F95A4E18}">
      <dsp:nvSpPr>
        <dsp:cNvPr id="0" name=""/>
        <dsp:cNvSpPr/>
      </dsp:nvSpPr>
      <dsp:spPr>
        <a:xfrm>
          <a:off x="2637789" y="670245"/>
          <a:ext cx="1431803" cy="3307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253514" rIns="99568" bIns="99568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Use Case</a:t>
          </a:r>
          <a:r>
            <a:rPr lang="en-GB" sz="1100" b="1" kern="1200" dirty="0"/>
            <a:t>:</a:t>
          </a:r>
          <a:r>
            <a:rPr lang="en-GB" sz="1100" kern="1200" dirty="0"/>
            <a:t> Make long-term weather forecasts using past data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Example</a:t>
          </a:r>
          <a:r>
            <a:rPr lang="en-GB" sz="1100" b="1" kern="1200" dirty="0"/>
            <a:t>:</a:t>
          </a:r>
          <a:r>
            <a:rPr lang="en-GB" sz="1100" kern="1200" dirty="0"/>
            <a:t> Predict rainfall patterns using historical sequences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Techniques</a:t>
          </a:r>
          <a:r>
            <a:rPr lang="en-GB" sz="1100" b="1" kern="1200" dirty="0"/>
            <a:t>:</a:t>
          </a:r>
          <a:r>
            <a:rPr lang="en-GB" sz="1100" kern="1200" dirty="0"/>
            <a:t> RNNs, LSTMs (with </a:t>
          </a:r>
          <a:r>
            <a:rPr lang="en-GB" sz="1100" kern="1200" dirty="0" err="1"/>
            <a:t>Keras</a:t>
          </a:r>
          <a:r>
            <a:rPr lang="en-GB" sz="1100" kern="1200" dirty="0"/>
            <a:t>/TensorFlow)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Value</a:t>
          </a:r>
          <a:r>
            <a:rPr lang="en-GB" sz="1100" b="1" kern="1200" dirty="0"/>
            <a:t>:</a:t>
          </a:r>
          <a:r>
            <a:rPr lang="en-GB" sz="1100" kern="1200" dirty="0"/>
            <a:t> Excellent for modelling complex, time-based climate trends</a:t>
          </a:r>
        </a:p>
      </dsp:txBody>
      <dsp:txXfrm>
        <a:off x="2637789" y="670245"/>
        <a:ext cx="1431803" cy="3307400"/>
      </dsp:txXfrm>
    </dsp:sp>
    <dsp:sp modelId="{8D48DE92-952B-47A6-A493-7BAC1D1572CF}">
      <dsp:nvSpPr>
        <dsp:cNvPr id="0" name=""/>
        <dsp:cNvSpPr/>
      </dsp:nvSpPr>
      <dsp:spPr>
        <a:xfrm>
          <a:off x="2167855" y="262610"/>
          <a:ext cx="939867" cy="631302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84E39-4430-426E-878A-AD05EC9E1242}">
      <dsp:nvSpPr>
        <dsp:cNvPr id="0" name=""/>
        <dsp:cNvSpPr/>
      </dsp:nvSpPr>
      <dsp:spPr>
        <a:xfrm rot="16200000">
          <a:off x="3134541" y="2169188"/>
          <a:ext cx="3307400" cy="287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3514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Random Forests </a:t>
          </a:r>
        </a:p>
      </dsp:txBody>
      <dsp:txXfrm>
        <a:off x="3134541" y="2169188"/>
        <a:ext cx="3307400" cy="287449"/>
      </dsp:txXfrm>
    </dsp:sp>
    <dsp:sp modelId="{98270FF5-BDAF-4E91-9341-5876EF2B498A}">
      <dsp:nvSpPr>
        <dsp:cNvPr id="0" name=""/>
        <dsp:cNvSpPr/>
      </dsp:nvSpPr>
      <dsp:spPr>
        <a:xfrm>
          <a:off x="4931966" y="659213"/>
          <a:ext cx="1431803" cy="3307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253514" rIns="99568" bIns="99568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Use Case</a:t>
          </a:r>
          <a:r>
            <a:rPr lang="en-GB" sz="1100" b="1" kern="1200" dirty="0"/>
            <a:t>:</a:t>
          </a:r>
          <a:r>
            <a:rPr lang="en-GB" sz="1100" kern="1200" dirty="0"/>
            <a:t> Classify and predict with robustness and accuracy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Example</a:t>
          </a:r>
          <a:r>
            <a:rPr lang="en-GB" sz="1100" b="1" kern="1200" dirty="0"/>
            <a:t>:</a:t>
          </a:r>
          <a:r>
            <a:rPr lang="en-GB" sz="1100" kern="1200" dirty="0"/>
            <a:t> Predict if tomorrow will be “extreme weather”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Techniques</a:t>
          </a:r>
          <a:r>
            <a:rPr lang="en-GB" sz="1100" b="1" kern="1200" dirty="0"/>
            <a:t>:</a:t>
          </a:r>
          <a:r>
            <a:rPr lang="en-GB" sz="1100" kern="1200" dirty="0"/>
            <a:t> Decision trees, random sampling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Value</a:t>
          </a:r>
          <a:r>
            <a:rPr lang="en-GB" sz="1100" b="1" kern="1200" dirty="0"/>
            <a:t>:</a:t>
          </a:r>
          <a:r>
            <a:rPr lang="en-GB" sz="1100" kern="1200" dirty="0"/>
            <a:t> Reliable, interpretable, and performs well on structured data</a:t>
          </a:r>
        </a:p>
      </dsp:txBody>
      <dsp:txXfrm>
        <a:off x="4931966" y="659213"/>
        <a:ext cx="1431803" cy="3307400"/>
      </dsp:txXfrm>
    </dsp:sp>
    <dsp:sp modelId="{FA4DF211-2975-4909-9E10-5E2613975D40}">
      <dsp:nvSpPr>
        <dsp:cNvPr id="0" name=""/>
        <dsp:cNvSpPr/>
      </dsp:nvSpPr>
      <dsp:spPr>
        <a:xfrm>
          <a:off x="4443411" y="262610"/>
          <a:ext cx="977109" cy="6092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88576-32AE-407A-B60B-13FD545FBB04}">
      <dsp:nvSpPr>
        <dsp:cNvPr id="0" name=""/>
        <dsp:cNvSpPr/>
      </dsp:nvSpPr>
      <dsp:spPr>
        <a:xfrm rot="16200000">
          <a:off x="5434895" y="2167826"/>
          <a:ext cx="3307400" cy="287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3514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GANs (Generative Models) </a:t>
          </a:r>
        </a:p>
      </dsp:txBody>
      <dsp:txXfrm>
        <a:off x="5434895" y="2167826"/>
        <a:ext cx="3307400" cy="287449"/>
      </dsp:txXfrm>
    </dsp:sp>
    <dsp:sp modelId="{6F22385D-7A78-465D-8EC0-1E67F9E9A6D6}">
      <dsp:nvSpPr>
        <dsp:cNvPr id="0" name=""/>
        <dsp:cNvSpPr/>
      </dsp:nvSpPr>
      <dsp:spPr>
        <a:xfrm>
          <a:off x="7232320" y="657850"/>
          <a:ext cx="1431803" cy="3307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253514" rIns="99568" bIns="99568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b="1" u="sng" kern="1200" dirty="0"/>
            <a:t>Use Case</a:t>
          </a:r>
          <a:r>
            <a:rPr lang="en-GB" sz="1100" b="1" kern="1200" dirty="0"/>
            <a:t>:</a:t>
          </a:r>
          <a:r>
            <a:rPr lang="en-GB" sz="1100" kern="1200" dirty="0"/>
            <a:t> Generate synthetic weather futures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Example</a:t>
          </a:r>
          <a:r>
            <a:rPr lang="en-GB" sz="1100" b="1" kern="1200" dirty="0"/>
            <a:t>:</a:t>
          </a:r>
          <a:r>
            <a:rPr lang="en-GB" sz="1100" kern="1200" dirty="0"/>
            <a:t> Simulate 2050’s climate under different carbon scenarios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Techniques</a:t>
          </a:r>
          <a:r>
            <a:rPr lang="en-GB" sz="1100" b="1" kern="1200" dirty="0"/>
            <a:t>:</a:t>
          </a:r>
          <a:r>
            <a:rPr lang="en-GB" sz="1100" kern="1200" dirty="0"/>
            <a:t> Generator + Discriminator networks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100" b="1" u="sng" kern="1200" dirty="0"/>
            <a:t>Value</a:t>
          </a:r>
          <a:r>
            <a:rPr lang="en-GB" sz="1100" b="1" kern="1200" dirty="0"/>
            <a:t>:</a:t>
          </a:r>
          <a:r>
            <a:rPr lang="en-GB" sz="1100" kern="1200" dirty="0"/>
            <a:t> Exploratory tool to visualize climate possibilities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100" kern="1200" dirty="0"/>
        </a:p>
      </dsp:txBody>
      <dsp:txXfrm>
        <a:off x="7232320" y="657850"/>
        <a:ext cx="1431803" cy="3307400"/>
      </dsp:txXfrm>
    </dsp:sp>
    <dsp:sp modelId="{9E300B94-7913-495D-A7A1-B19C9FAE1C0F}">
      <dsp:nvSpPr>
        <dsp:cNvPr id="0" name=""/>
        <dsp:cNvSpPr/>
      </dsp:nvSpPr>
      <dsp:spPr>
        <a:xfrm>
          <a:off x="6737588" y="262610"/>
          <a:ext cx="989464" cy="60651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2000" b="-3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40F3C-0EA0-4FF5-AA5B-02636A1B7846}">
      <dsp:nvSpPr>
        <dsp:cNvPr id="0" name=""/>
        <dsp:cNvSpPr/>
      </dsp:nvSpPr>
      <dsp:spPr>
        <a:xfrm>
          <a:off x="0" y="0"/>
          <a:ext cx="8423238" cy="10842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Extreme Weather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300" b="1" kern="1200" dirty="0"/>
            <a:t>What: </a:t>
          </a:r>
          <a:r>
            <a:rPr lang="en-GB" sz="1300" b="0" kern="1200" dirty="0"/>
            <a:t>Historical records of storms, heatwaves, cold-snaps, floods etc.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300" b="1" kern="1200" dirty="0"/>
            <a:t>Why: </a:t>
          </a:r>
          <a:r>
            <a:rPr lang="en-GB" sz="1300" b="0" kern="1200" dirty="0"/>
            <a:t>Detects patterns of increasing anomalies or regional instability.</a:t>
          </a:r>
          <a:endParaRPr lang="en-GB" sz="1300" kern="1200" dirty="0"/>
        </a:p>
      </dsp:txBody>
      <dsp:txXfrm>
        <a:off x="1793076" y="0"/>
        <a:ext cx="6630161" cy="1084293"/>
      </dsp:txXfrm>
    </dsp:sp>
    <dsp:sp modelId="{1059DFFE-16BA-434A-931A-802A4A32CA2A}">
      <dsp:nvSpPr>
        <dsp:cNvPr id="0" name=""/>
        <dsp:cNvSpPr/>
      </dsp:nvSpPr>
      <dsp:spPr>
        <a:xfrm>
          <a:off x="108429" y="108429"/>
          <a:ext cx="1684647" cy="86743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9F4DF9-9769-4681-8A3A-BCDAE0DB9969}">
      <dsp:nvSpPr>
        <dsp:cNvPr id="0" name=""/>
        <dsp:cNvSpPr/>
      </dsp:nvSpPr>
      <dsp:spPr>
        <a:xfrm>
          <a:off x="0" y="1192723"/>
          <a:ext cx="8423238" cy="10842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Radar &amp; Satellite Imagery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300" b="1" kern="1200" dirty="0"/>
            <a:t>What: </a:t>
          </a:r>
          <a:r>
            <a:rPr lang="en-GB" sz="1300" b="0" kern="1200" dirty="0"/>
            <a:t>Thermal maps, flood zones, urban heat signatures.</a:t>
          </a:r>
          <a:endParaRPr lang="en-GB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300" b="1" kern="1200" dirty="0"/>
            <a:t>Why: </a:t>
          </a:r>
          <a:r>
            <a:rPr lang="en-GB" sz="1300" b="0" kern="1200" dirty="0"/>
            <a:t>Helps visualise regional risk and enhances model accuracy.</a:t>
          </a:r>
          <a:endParaRPr lang="en-GB" sz="1300" kern="1200" dirty="0"/>
        </a:p>
      </dsp:txBody>
      <dsp:txXfrm>
        <a:off x="1793076" y="1192723"/>
        <a:ext cx="6630161" cy="1084293"/>
      </dsp:txXfrm>
    </dsp:sp>
    <dsp:sp modelId="{098F336A-1D7F-4B9E-8643-04608E0A69DF}">
      <dsp:nvSpPr>
        <dsp:cNvPr id="0" name=""/>
        <dsp:cNvSpPr/>
      </dsp:nvSpPr>
      <dsp:spPr>
        <a:xfrm>
          <a:off x="108429" y="1301152"/>
          <a:ext cx="1684647" cy="86743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24000" b="-2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B00DF-D724-4761-8996-227CC2D172B4}">
      <dsp:nvSpPr>
        <dsp:cNvPr id="0" name=""/>
        <dsp:cNvSpPr/>
      </dsp:nvSpPr>
      <dsp:spPr>
        <a:xfrm>
          <a:off x="0" y="2385446"/>
          <a:ext cx="8423238" cy="10842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Healthcare &amp; Impact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300" b="1" kern="1200" dirty="0"/>
            <a:t>What</a:t>
          </a:r>
          <a:r>
            <a:rPr lang="en-GB" sz="1300" b="0" kern="1200" dirty="0"/>
            <a:t>: Weather-related injuries, deaths, or illness concerns.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300" b="1" kern="1200" dirty="0"/>
            <a:t>Why: </a:t>
          </a:r>
          <a:r>
            <a:rPr lang="en-GB" sz="1300" b="0" kern="1200" dirty="0"/>
            <a:t>Links climate events to real human costs, for risk models.</a:t>
          </a:r>
          <a:endParaRPr lang="en-GB" sz="1300" kern="1200" dirty="0"/>
        </a:p>
      </dsp:txBody>
      <dsp:txXfrm>
        <a:off x="1793076" y="2385446"/>
        <a:ext cx="6630161" cy="1084293"/>
      </dsp:txXfrm>
    </dsp:sp>
    <dsp:sp modelId="{E0DF465B-10E7-42D0-A31D-12A9DC710355}">
      <dsp:nvSpPr>
        <dsp:cNvPr id="0" name=""/>
        <dsp:cNvSpPr/>
      </dsp:nvSpPr>
      <dsp:spPr>
        <a:xfrm>
          <a:off x="108429" y="2493875"/>
          <a:ext cx="1684647" cy="86743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5000" b="-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6ED3EC-1BAB-416C-9A23-1C7A29CFE9DF}">
      <dsp:nvSpPr>
        <dsp:cNvPr id="0" name=""/>
        <dsp:cNvSpPr/>
      </dsp:nvSpPr>
      <dsp:spPr>
        <a:xfrm>
          <a:off x="0" y="3578169"/>
          <a:ext cx="8423238" cy="10842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Geospatial &amp; Infrastructure Maps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/>
            <a:t>What: </a:t>
          </a:r>
          <a:r>
            <a:rPr lang="en-GB" sz="1300" b="0" kern="1200" dirty="0"/>
            <a:t>Elevation, sea-level rise models, migration zones, city layouts</a:t>
          </a:r>
          <a:endParaRPr lang="en-GB" sz="13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/>
            <a:t>Why: </a:t>
          </a:r>
          <a:r>
            <a:rPr lang="en-GB" sz="1300" b="0" kern="1200" dirty="0"/>
            <a:t>Identifies safe vs vulnerable zones for future population planning</a:t>
          </a:r>
          <a:endParaRPr lang="en-GB" sz="1300" kern="1200" dirty="0"/>
        </a:p>
      </dsp:txBody>
      <dsp:txXfrm>
        <a:off x="1793076" y="3578169"/>
        <a:ext cx="6630161" cy="1084293"/>
      </dsp:txXfrm>
    </dsp:sp>
    <dsp:sp modelId="{5B114D7F-EADE-4926-8E7A-0BC96234AA1A}">
      <dsp:nvSpPr>
        <dsp:cNvPr id="0" name=""/>
        <dsp:cNvSpPr/>
      </dsp:nvSpPr>
      <dsp:spPr>
        <a:xfrm>
          <a:off x="108429" y="3686599"/>
          <a:ext cx="1684647" cy="86743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 t="-10000" b="-1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C4C93-1C1F-4523-86B6-9DA6FE7C68CD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Hypothesis</a:t>
          </a:r>
        </a:p>
      </dsp:txBody>
      <dsp:txXfrm rot="-5400000">
        <a:off x="1" y="319448"/>
        <a:ext cx="635496" cy="272355"/>
      </dsp:txXfrm>
    </dsp:sp>
    <dsp:sp modelId="{39E3ABC4-13A8-425A-8C5B-02DC7717B429}">
      <dsp:nvSpPr>
        <dsp:cNvPr id="0" name=""/>
        <dsp:cNvSpPr/>
      </dsp:nvSpPr>
      <dsp:spPr>
        <a:xfrm rot="5400000">
          <a:off x="3070696" y="-2433499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By using hierarchical clustering, we can detect </a:t>
          </a:r>
          <a:r>
            <a:rPr lang="en-GB" sz="1100" i="1" kern="1200" dirty="0"/>
            <a:t>early signs </a:t>
          </a:r>
          <a:r>
            <a:rPr lang="en-GB" sz="1100" kern="1200" dirty="0"/>
            <a:t>of climate instability by grouping similar weather patterns across Europe.</a:t>
          </a:r>
        </a:p>
      </dsp:txBody>
      <dsp:txXfrm rot="-5400000">
        <a:off x="635496" y="30507"/>
        <a:ext cx="5431697" cy="532491"/>
      </dsp:txXfrm>
    </dsp:sp>
    <dsp:sp modelId="{E3A87621-99A5-4068-8614-F11F1384538F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Objective</a:t>
          </a:r>
        </a:p>
      </dsp:txBody>
      <dsp:txXfrm rot="-5400000">
        <a:off x="1" y="1107635"/>
        <a:ext cx="635496" cy="272355"/>
      </dsp:txXfrm>
    </dsp:sp>
    <dsp:sp modelId="{9BECF1CC-32A0-4F82-A075-8BA2CAE2E834}">
      <dsp:nvSpPr>
        <dsp:cNvPr id="0" name=""/>
        <dsp:cNvSpPr/>
      </dsp:nvSpPr>
      <dsp:spPr>
        <a:xfrm rot="5400000">
          <a:off x="3070696" y="-1645312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To discover whether unusual or emerging behaviours are already taking place by analysing data from European weather stations.</a:t>
          </a:r>
        </a:p>
      </dsp:txBody>
      <dsp:txXfrm rot="-5400000">
        <a:off x="635496" y="818694"/>
        <a:ext cx="5431697" cy="532491"/>
      </dsp:txXfrm>
    </dsp:sp>
    <dsp:sp modelId="{3D0EA41D-DB6C-48E8-A403-349CD7EE6661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Approach</a:t>
          </a:r>
        </a:p>
      </dsp:txBody>
      <dsp:txXfrm rot="-5400000">
        <a:off x="1" y="1895821"/>
        <a:ext cx="635496" cy="272355"/>
      </dsp:txXfrm>
    </dsp:sp>
    <dsp:sp modelId="{A1E5A6BC-08D9-4FB1-BF87-B1665A9272C7}">
      <dsp:nvSpPr>
        <dsp:cNvPr id="0" name=""/>
        <dsp:cNvSpPr/>
      </dsp:nvSpPr>
      <dsp:spPr>
        <a:xfrm rot="5400000">
          <a:off x="3070696" y="-857125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Use hierarchical clustering to standardise weather data across Europe.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To make it easier to find clear groups, apply Principal Component Analysis (PCA) to reduce the number of features.</a:t>
          </a:r>
        </a:p>
      </dsp:txBody>
      <dsp:txXfrm rot="-5400000">
        <a:off x="635496" y="1606881"/>
        <a:ext cx="5431697" cy="532491"/>
      </dsp:txXfrm>
    </dsp:sp>
    <dsp:sp modelId="{74EAFE87-576D-42CF-855B-B2F2E99DC7BA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Results</a:t>
          </a:r>
        </a:p>
      </dsp:txBody>
      <dsp:txXfrm rot="-5400000">
        <a:off x="1" y="2684008"/>
        <a:ext cx="635496" cy="272355"/>
      </dsp:txXfrm>
    </dsp:sp>
    <dsp:sp modelId="{A8A87524-700F-4E33-A22D-0E3A1381D40C}">
      <dsp:nvSpPr>
        <dsp:cNvPr id="0" name=""/>
        <dsp:cNvSpPr/>
      </dsp:nvSpPr>
      <dsp:spPr>
        <a:xfrm rot="5400000">
          <a:off x="3070696" y="-68939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The Ward method consistently produced 3 distinct groups, which aligned with known climate zones like alpine, coastal, continental.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This method gave the best balance between fast processing and meaningful results</a:t>
          </a:r>
        </a:p>
      </dsp:txBody>
      <dsp:txXfrm rot="-5400000">
        <a:off x="635496" y="2395067"/>
        <a:ext cx="5431697" cy="532491"/>
      </dsp:txXfrm>
    </dsp:sp>
    <dsp:sp modelId="{A1A67C0F-8840-4A05-9E06-39150775BE6E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Insights</a:t>
          </a:r>
          <a:r>
            <a:rPr lang="en-GB" sz="1000" kern="1200" dirty="0"/>
            <a:t> </a:t>
          </a:r>
        </a:p>
      </dsp:txBody>
      <dsp:txXfrm rot="-5400000">
        <a:off x="1" y="3472195"/>
        <a:ext cx="635496" cy="272355"/>
      </dsp:txXfrm>
    </dsp:sp>
    <dsp:sp modelId="{869323B4-430C-4C6D-879E-042520F448EA}">
      <dsp:nvSpPr>
        <dsp:cNvPr id="0" name=""/>
        <dsp:cNvSpPr/>
      </dsp:nvSpPr>
      <dsp:spPr>
        <a:xfrm rot="5400000">
          <a:off x="3070696" y="719247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Climate wins should focus on using the Ward method with the scaled and PCA-reduced data, as this gave the best balance between fast processing and meaningful results.</a:t>
          </a:r>
        </a:p>
      </dsp:txBody>
      <dsp:txXfrm rot="-5400000">
        <a:off x="635496" y="3183253"/>
        <a:ext cx="5431697" cy="5324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9AAEA-5E99-45CD-8D3F-42576D921C91}">
      <dsp:nvSpPr>
        <dsp:cNvPr id="0" name=""/>
        <dsp:cNvSpPr/>
      </dsp:nvSpPr>
      <dsp:spPr>
        <a:xfrm>
          <a:off x="0" y="680918"/>
          <a:ext cx="1855408" cy="18554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C330B3D-192B-4A60-B09C-79BD27E9E503}">
      <dsp:nvSpPr>
        <dsp:cNvPr id="0" name=""/>
        <dsp:cNvSpPr/>
      </dsp:nvSpPr>
      <dsp:spPr>
        <a:xfrm>
          <a:off x="87769" y="758845"/>
          <a:ext cx="333973" cy="333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29B3C64-206A-47D9-AB77-B56794501529}">
      <dsp:nvSpPr>
        <dsp:cNvPr id="0" name=""/>
        <dsp:cNvSpPr/>
      </dsp:nvSpPr>
      <dsp:spPr>
        <a:xfrm>
          <a:off x="254756" y="758845"/>
          <a:ext cx="1786396" cy="333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1590" rIns="0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Next Steps:</a:t>
          </a:r>
        </a:p>
      </dsp:txBody>
      <dsp:txXfrm>
        <a:off x="254756" y="758845"/>
        <a:ext cx="1786396" cy="333973"/>
      </dsp:txXfrm>
    </dsp:sp>
    <dsp:sp modelId="{17927F9C-6AD5-4E81-9C75-186F3965C4A9}">
      <dsp:nvSpPr>
        <dsp:cNvPr id="0" name=""/>
        <dsp:cNvSpPr/>
      </dsp:nvSpPr>
      <dsp:spPr>
        <a:xfrm>
          <a:off x="254756" y="1092819"/>
          <a:ext cx="1786396" cy="581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 dirty="0"/>
            <a:t>Extend this method to multiple years (e.g. 2010-2020) to track changes.</a:t>
          </a:r>
        </a:p>
      </dsp:txBody>
      <dsp:txXfrm>
        <a:off x="254756" y="1092819"/>
        <a:ext cx="1786396" cy="581782"/>
      </dsp:txXfrm>
    </dsp:sp>
    <dsp:sp modelId="{A0AE8418-AA31-44F1-A22B-90DD6FB53E1E}">
      <dsp:nvSpPr>
        <dsp:cNvPr id="0" name=""/>
        <dsp:cNvSpPr/>
      </dsp:nvSpPr>
      <dsp:spPr>
        <a:xfrm>
          <a:off x="254756" y="1674601"/>
          <a:ext cx="65520" cy="6552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D463665-313B-458E-875D-CA5D0C4CD342}">
      <dsp:nvSpPr>
        <dsp:cNvPr id="0" name=""/>
        <dsp:cNvSpPr/>
      </dsp:nvSpPr>
      <dsp:spPr>
        <a:xfrm>
          <a:off x="254756" y="1740121"/>
          <a:ext cx="1786396" cy="581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 dirty="0"/>
            <a:t>Compare clusters to ‘extreme events’ to validate their meaning</a:t>
          </a:r>
        </a:p>
      </dsp:txBody>
      <dsp:txXfrm>
        <a:off x="254756" y="1740121"/>
        <a:ext cx="1786396" cy="581782"/>
      </dsp:txXfrm>
    </dsp:sp>
    <dsp:sp modelId="{E6D40579-5CD3-4189-90B6-D1E941FBDA11}">
      <dsp:nvSpPr>
        <dsp:cNvPr id="0" name=""/>
        <dsp:cNvSpPr/>
      </dsp:nvSpPr>
      <dsp:spPr>
        <a:xfrm>
          <a:off x="0" y="2354664"/>
          <a:ext cx="1855408" cy="18554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8B1F75E-A341-4055-8C16-E3004725E050}">
      <dsp:nvSpPr>
        <dsp:cNvPr id="0" name=""/>
        <dsp:cNvSpPr/>
      </dsp:nvSpPr>
      <dsp:spPr>
        <a:xfrm>
          <a:off x="87769" y="2432591"/>
          <a:ext cx="333973" cy="333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876A35A-78AA-4DB3-BB14-0E5CE892380B}">
      <dsp:nvSpPr>
        <dsp:cNvPr id="0" name=""/>
        <dsp:cNvSpPr/>
      </dsp:nvSpPr>
      <dsp:spPr>
        <a:xfrm>
          <a:off x="254756" y="2432591"/>
          <a:ext cx="1786396" cy="333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1590" rIns="0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The Future:</a:t>
          </a:r>
        </a:p>
      </dsp:txBody>
      <dsp:txXfrm>
        <a:off x="254756" y="2432591"/>
        <a:ext cx="1786396" cy="333973"/>
      </dsp:txXfrm>
    </dsp:sp>
    <dsp:sp modelId="{A4B8CBF4-1BDC-449B-9E60-52857273604B}">
      <dsp:nvSpPr>
        <dsp:cNvPr id="0" name=""/>
        <dsp:cNvSpPr/>
      </dsp:nvSpPr>
      <dsp:spPr>
        <a:xfrm>
          <a:off x="254756" y="2766564"/>
          <a:ext cx="1786396" cy="775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 dirty="0"/>
            <a:t>For future projects, use the results to support long-term planning and liveability scoring.</a:t>
          </a:r>
        </a:p>
      </dsp:txBody>
      <dsp:txXfrm>
        <a:off x="254756" y="2766564"/>
        <a:ext cx="1786396" cy="7757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C4C93-1C1F-4523-86B6-9DA6FE7C68CD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Hypothesis</a:t>
          </a:r>
        </a:p>
      </dsp:txBody>
      <dsp:txXfrm rot="-5400000">
        <a:off x="1" y="319448"/>
        <a:ext cx="635496" cy="272355"/>
      </dsp:txXfrm>
    </dsp:sp>
    <dsp:sp modelId="{39E3ABC4-13A8-425A-8C5B-02DC7717B429}">
      <dsp:nvSpPr>
        <dsp:cNvPr id="0" name=""/>
        <dsp:cNvSpPr/>
      </dsp:nvSpPr>
      <dsp:spPr>
        <a:xfrm rot="5400000">
          <a:off x="3070696" y="-2433499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By fine-tuning machine learning models, we can boost accuracy and clearly identify which weather variables most affect the climate predictions.</a:t>
          </a:r>
        </a:p>
      </dsp:txBody>
      <dsp:txXfrm rot="-5400000">
        <a:off x="635496" y="30507"/>
        <a:ext cx="5431697" cy="532491"/>
      </dsp:txXfrm>
    </dsp:sp>
    <dsp:sp modelId="{E3A87621-99A5-4068-8614-F11F1384538F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Objective</a:t>
          </a:r>
        </a:p>
      </dsp:txBody>
      <dsp:txXfrm rot="-5400000">
        <a:off x="1" y="1107635"/>
        <a:ext cx="635496" cy="272355"/>
      </dsp:txXfrm>
    </dsp:sp>
    <dsp:sp modelId="{9BECF1CC-32A0-4F82-A075-8BA2CAE2E834}">
      <dsp:nvSpPr>
        <dsp:cNvPr id="0" name=""/>
        <dsp:cNvSpPr/>
      </dsp:nvSpPr>
      <dsp:spPr>
        <a:xfrm rot="5400000">
          <a:off x="3070696" y="-1645312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To improve model performance and reveal which features (e.g. temperature, pressure, radiation) are the strongest indicators of climate-related risks across European regions.</a:t>
          </a:r>
        </a:p>
      </dsp:txBody>
      <dsp:txXfrm rot="-5400000">
        <a:off x="635496" y="818694"/>
        <a:ext cx="5431697" cy="532491"/>
      </dsp:txXfrm>
    </dsp:sp>
    <dsp:sp modelId="{3D0EA41D-DB6C-48E8-A403-349CD7EE6661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Approach</a:t>
          </a:r>
        </a:p>
      </dsp:txBody>
      <dsp:txXfrm rot="-5400000">
        <a:off x="1" y="1895821"/>
        <a:ext cx="635496" cy="272355"/>
      </dsp:txXfrm>
    </dsp:sp>
    <dsp:sp modelId="{A1E5A6BC-08D9-4FB1-BF87-B1665A9272C7}">
      <dsp:nvSpPr>
        <dsp:cNvPr id="0" name=""/>
        <dsp:cNvSpPr/>
      </dsp:nvSpPr>
      <dsp:spPr>
        <a:xfrm rot="5400000">
          <a:off x="3070696" y="-857125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Use hyperparameter optimisation and Random Forest and CNN models (e.g. grid search, Bayesian tuning).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Compare model performance before and after tuning, focusing on accuracy and key feature insights.</a:t>
          </a:r>
        </a:p>
      </dsp:txBody>
      <dsp:txXfrm rot="-5400000">
        <a:off x="635496" y="1606881"/>
        <a:ext cx="5431697" cy="532491"/>
      </dsp:txXfrm>
    </dsp:sp>
    <dsp:sp modelId="{74EAFE87-576D-42CF-855B-B2F2E99DC7BA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Results</a:t>
          </a:r>
        </a:p>
      </dsp:txBody>
      <dsp:txXfrm rot="-5400000">
        <a:off x="1" y="2684008"/>
        <a:ext cx="635496" cy="272355"/>
      </dsp:txXfrm>
    </dsp:sp>
    <dsp:sp modelId="{A8A87524-700F-4E33-A22D-0E3A1381D40C}">
      <dsp:nvSpPr>
        <dsp:cNvPr id="0" name=""/>
        <dsp:cNvSpPr/>
      </dsp:nvSpPr>
      <dsp:spPr>
        <a:xfrm rot="5400000">
          <a:off x="3070696" y="-68939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The accuracy improved significantly across stations: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CNN model rose from 20% to 88% after tuning + Random Forest from 98.69% to 99.74%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Tuning helped spotlight high-impact weather features (e.g. Basel station data, temperature, etc.)</a:t>
          </a:r>
        </a:p>
      </dsp:txBody>
      <dsp:txXfrm rot="-5400000">
        <a:off x="635496" y="2395067"/>
        <a:ext cx="5431697" cy="532491"/>
      </dsp:txXfrm>
    </dsp:sp>
    <dsp:sp modelId="{A1A67C0F-8840-4A05-9E06-39150775BE6E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Insights</a:t>
          </a:r>
          <a:r>
            <a:rPr lang="en-GB" sz="1000" kern="1200" dirty="0"/>
            <a:t> </a:t>
          </a:r>
        </a:p>
      </dsp:txBody>
      <dsp:txXfrm rot="-5400000">
        <a:off x="1" y="3472195"/>
        <a:ext cx="635496" cy="272355"/>
      </dsp:txXfrm>
    </dsp:sp>
    <dsp:sp modelId="{869323B4-430C-4C6D-879E-042520F448EA}">
      <dsp:nvSpPr>
        <dsp:cNvPr id="0" name=""/>
        <dsp:cNvSpPr/>
      </dsp:nvSpPr>
      <dsp:spPr>
        <a:xfrm rot="5400000">
          <a:off x="3070696" y="719247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Hyperparameter tuning revealed </a:t>
          </a:r>
          <a:r>
            <a:rPr lang="en-GB" sz="1000" i="1" kern="1200" dirty="0"/>
            <a:t>more useful and interpretable results</a:t>
          </a:r>
          <a:r>
            <a:rPr lang="en-GB" sz="1000" kern="1200" dirty="0"/>
            <a:t>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Certain stations (like Basel) emerged as </a:t>
          </a:r>
          <a:r>
            <a:rPr lang="en-GB" sz="1000" i="1" kern="1200" dirty="0"/>
            <a:t>early warning indictors </a:t>
          </a:r>
          <a:r>
            <a:rPr lang="en-GB" sz="1000" kern="1200" dirty="0"/>
            <a:t>due to strong feature importance.</a:t>
          </a:r>
        </a:p>
      </dsp:txBody>
      <dsp:txXfrm rot="-5400000">
        <a:off x="635496" y="3183253"/>
        <a:ext cx="5431697" cy="53249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9AAEA-5E99-45CD-8D3F-42576D921C91}">
      <dsp:nvSpPr>
        <dsp:cNvPr id="0" name=""/>
        <dsp:cNvSpPr/>
      </dsp:nvSpPr>
      <dsp:spPr>
        <a:xfrm>
          <a:off x="0" y="680918"/>
          <a:ext cx="1855408" cy="18554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C330B3D-192B-4A60-B09C-79BD27E9E503}">
      <dsp:nvSpPr>
        <dsp:cNvPr id="0" name=""/>
        <dsp:cNvSpPr/>
      </dsp:nvSpPr>
      <dsp:spPr>
        <a:xfrm>
          <a:off x="87769" y="758845"/>
          <a:ext cx="333973" cy="333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29B3C64-206A-47D9-AB77-B56794501529}">
      <dsp:nvSpPr>
        <dsp:cNvPr id="0" name=""/>
        <dsp:cNvSpPr/>
      </dsp:nvSpPr>
      <dsp:spPr>
        <a:xfrm>
          <a:off x="254756" y="758845"/>
          <a:ext cx="1786396" cy="333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320" rIns="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Next Steps:</a:t>
          </a:r>
        </a:p>
      </dsp:txBody>
      <dsp:txXfrm>
        <a:off x="254756" y="758845"/>
        <a:ext cx="1786396" cy="333973"/>
      </dsp:txXfrm>
    </dsp:sp>
    <dsp:sp modelId="{17927F9C-6AD5-4E81-9C75-186F3965C4A9}">
      <dsp:nvSpPr>
        <dsp:cNvPr id="0" name=""/>
        <dsp:cNvSpPr/>
      </dsp:nvSpPr>
      <dsp:spPr>
        <a:xfrm>
          <a:off x="254756" y="1092819"/>
          <a:ext cx="1786396" cy="368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200" kern="1200" dirty="0"/>
            <a:t>Expand optimisation to </a:t>
          </a:r>
          <a:r>
            <a:rPr lang="en-GB" sz="1200" i="1" kern="1200" dirty="0"/>
            <a:t>more locations and decades.</a:t>
          </a:r>
        </a:p>
      </dsp:txBody>
      <dsp:txXfrm>
        <a:off x="254756" y="1092819"/>
        <a:ext cx="1786396" cy="368550"/>
      </dsp:txXfrm>
    </dsp:sp>
    <dsp:sp modelId="{A0AE8418-AA31-44F1-A22B-90DD6FB53E1E}">
      <dsp:nvSpPr>
        <dsp:cNvPr id="0" name=""/>
        <dsp:cNvSpPr/>
      </dsp:nvSpPr>
      <dsp:spPr>
        <a:xfrm>
          <a:off x="254756" y="1461369"/>
          <a:ext cx="60480" cy="604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D463665-313B-458E-875D-CA5D0C4CD342}">
      <dsp:nvSpPr>
        <dsp:cNvPr id="0" name=""/>
        <dsp:cNvSpPr/>
      </dsp:nvSpPr>
      <dsp:spPr>
        <a:xfrm>
          <a:off x="254756" y="1521849"/>
          <a:ext cx="1786396" cy="716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200" kern="1200" dirty="0"/>
            <a:t>Combine tuned models to handle both local patterns and long-term weather shifts.</a:t>
          </a:r>
        </a:p>
      </dsp:txBody>
      <dsp:txXfrm>
        <a:off x="254756" y="1521849"/>
        <a:ext cx="1786396" cy="716040"/>
      </dsp:txXfrm>
    </dsp:sp>
    <dsp:sp modelId="{E6D40579-5CD3-4189-90B6-D1E941FBDA11}">
      <dsp:nvSpPr>
        <dsp:cNvPr id="0" name=""/>
        <dsp:cNvSpPr/>
      </dsp:nvSpPr>
      <dsp:spPr>
        <a:xfrm>
          <a:off x="0" y="2354664"/>
          <a:ext cx="1855408" cy="18554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8B1F75E-A341-4055-8C16-E3004725E050}">
      <dsp:nvSpPr>
        <dsp:cNvPr id="0" name=""/>
        <dsp:cNvSpPr/>
      </dsp:nvSpPr>
      <dsp:spPr>
        <a:xfrm>
          <a:off x="87769" y="2432591"/>
          <a:ext cx="333973" cy="333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876A35A-78AA-4DB3-BB14-0E5CE892380B}">
      <dsp:nvSpPr>
        <dsp:cNvPr id="0" name=""/>
        <dsp:cNvSpPr/>
      </dsp:nvSpPr>
      <dsp:spPr>
        <a:xfrm>
          <a:off x="254756" y="2432591"/>
          <a:ext cx="1786396" cy="333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320" rIns="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The Future:</a:t>
          </a:r>
        </a:p>
      </dsp:txBody>
      <dsp:txXfrm>
        <a:off x="254756" y="2432591"/>
        <a:ext cx="1786396" cy="333973"/>
      </dsp:txXfrm>
    </dsp:sp>
    <dsp:sp modelId="{A4B8CBF4-1BDC-449B-9E60-52857273604B}">
      <dsp:nvSpPr>
        <dsp:cNvPr id="0" name=""/>
        <dsp:cNvSpPr/>
      </dsp:nvSpPr>
      <dsp:spPr>
        <a:xfrm>
          <a:off x="254756" y="2766564"/>
          <a:ext cx="1786396" cy="716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200" kern="1200" dirty="0"/>
            <a:t>For future projects, use the results to guide </a:t>
          </a:r>
          <a:r>
            <a:rPr lang="en-GB" sz="1200" i="1" kern="1200" dirty="0"/>
            <a:t>early alerts and policy planning </a:t>
          </a:r>
          <a:r>
            <a:rPr lang="en-GB" sz="1200" kern="1200" dirty="0"/>
            <a:t>across </a:t>
          </a:r>
          <a:r>
            <a:rPr lang="en-GB" sz="1200" kern="1200" dirty="0" err="1"/>
            <a:t>vunerable</a:t>
          </a:r>
          <a:r>
            <a:rPr lang="en-GB" sz="1200" kern="1200" dirty="0"/>
            <a:t> regions</a:t>
          </a:r>
        </a:p>
      </dsp:txBody>
      <dsp:txXfrm>
        <a:off x="254756" y="2766564"/>
        <a:ext cx="1786396" cy="7160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C4C93-1C1F-4523-86B6-9DA6FE7C68CD}">
      <dsp:nvSpPr>
        <dsp:cNvPr id="0" name=""/>
        <dsp:cNvSpPr/>
      </dsp:nvSpPr>
      <dsp:spPr>
        <a:xfrm rot="5400000">
          <a:off x="-136177" y="13787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Hypothesis</a:t>
          </a:r>
        </a:p>
      </dsp:txBody>
      <dsp:txXfrm rot="-5400000">
        <a:off x="1" y="319448"/>
        <a:ext cx="635496" cy="272355"/>
      </dsp:txXfrm>
    </dsp:sp>
    <dsp:sp modelId="{39E3ABC4-13A8-425A-8C5B-02DC7717B429}">
      <dsp:nvSpPr>
        <dsp:cNvPr id="0" name=""/>
        <dsp:cNvSpPr/>
      </dsp:nvSpPr>
      <dsp:spPr>
        <a:xfrm rot="5400000">
          <a:off x="3070696" y="-2433499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If we train ML to recognise weather from radar images it can support faster, more visual forecasting - especially during extreme events. </a:t>
          </a:r>
        </a:p>
      </dsp:txBody>
      <dsp:txXfrm rot="-5400000">
        <a:off x="635496" y="30507"/>
        <a:ext cx="5431697" cy="532491"/>
      </dsp:txXfrm>
    </dsp:sp>
    <dsp:sp modelId="{E3A87621-99A5-4068-8614-F11F1384538F}">
      <dsp:nvSpPr>
        <dsp:cNvPr id="0" name=""/>
        <dsp:cNvSpPr/>
      </dsp:nvSpPr>
      <dsp:spPr>
        <a:xfrm rot="5400000">
          <a:off x="-136177" y="92606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Objective</a:t>
          </a:r>
        </a:p>
      </dsp:txBody>
      <dsp:txXfrm rot="-5400000">
        <a:off x="1" y="1107635"/>
        <a:ext cx="635496" cy="272355"/>
      </dsp:txXfrm>
    </dsp:sp>
    <dsp:sp modelId="{9BECF1CC-32A0-4F82-A075-8BA2CAE2E834}">
      <dsp:nvSpPr>
        <dsp:cNvPr id="0" name=""/>
        <dsp:cNvSpPr/>
      </dsp:nvSpPr>
      <dsp:spPr>
        <a:xfrm rot="5400000">
          <a:off x="3070696" y="-1645312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To explore how </a:t>
          </a:r>
          <a:r>
            <a:rPr lang="en-GB" sz="1100" i="1" kern="1200" dirty="0"/>
            <a:t>image-based weather classification </a:t>
          </a:r>
          <a:r>
            <a:rPr lang="en-GB" sz="1100" kern="1200" dirty="0"/>
            <a:t>can support better real-time predictions, using radar visuals rather than raw data tables.</a:t>
          </a:r>
        </a:p>
      </dsp:txBody>
      <dsp:txXfrm rot="-5400000">
        <a:off x="635496" y="818694"/>
        <a:ext cx="5431697" cy="532491"/>
      </dsp:txXfrm>
    </dsp:sp>
    <dsp:sp modelId="{3D0EA41D-DB6C-48E8-A403-349CD7EE6661}">
      <dsp:nvSpPr>
        <dsp:cNvPr id="0" name=""/>
        <dsp:cNvSpPr/>
      </dsp:nvSpPr>
      <dsp:spPr>
        <a:xfrm rot="5400000">
          <a:off x="-136177" y="1714251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Approach</a:t>
          </a:r>
        </a:p>
      </dsp:txBody>
      <dsp:txXfrm rot="-5400000">
        <a:off x="1" y="1895821"/>
        <a:ext cx="635496" cy="272355"/>
      </dsp:txXfrm>
    </dsp:sp>
    <dsp:sp modelId="{A1E5A6BC-08D9-4FB1-BF87-B1665A9272C7}">
      <dsp:nvSpPr>
        <dsp:cNvPr id="0" name=""/>
        <dsp:cNvSpPr/>
      </dsp:nvSpPr>
      <dsp:spPr>
        <a:xfrm rot="5400000">
          <a:off x="3070696" y="-857125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Train </a:t>
          </a:r>
          <a:r>
            <a:rPr lang="en-GB" sz="1100" i="1" kern="1200" dirty="0"/>
            <a:t>Convolution Neural Network (CNN) </a:t>
          </a:r>
          <a:r>
            <a:rPr lang="en-GB" sz="1100" i="0" kern="1200" dirty="0"/>
            <a:t>t</a:t>
          </a:r>
          <a:r>
            <a:rPr lang="en-GB" sz="1100" kern="1200" dirty="0"/>
            <a:t>o classify whether images into types (e.g. Cloudy, rain, shine, sunshine).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Use </a:t>
          </a:r>
          <a:r>
            <a:rPr lang="en-GB" sz="1100" i="1" kern="1200" dirty="0"/>
            <a:t>image recognition metrics </a:t>
          </a:r>
          <a:r>
            <a:rPr lang="en-GB" sz="1100" kern="1200" dirty="0"/>
            <a:t>like accuracy &amp; validation loss to evaluate model success</a:t>
          </a:r>
        </a:p>
      </dsp:txBody>
      <dsp:txXfrm rot="-5400000">
        <a:off x="635496" y="1606881"/>
        <a:ext cx="5431697" cy="532491"/>
      </dsp:txXfrm>
    </dsp:sp>
    <dsp:sp modelId="{74EAFE87-576D-42CF-855B-B2F2E99DC7BA}">
      <dsp:nvSpPr>
        <dsp:cNvPr id="0" name=""/>
        <dsp:cNvSpPr/>
      </dsp:nvSpPr>
      <dsp:spPr>
        <a:xfrm rot="5400000">
          <a:off x="-136177" y="2502438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Results</a:t>
          </a:r>
        </a:p>
      </dsp:txBody>
      <dsp:txXfrm rot="-5400000">
        <a:off x="1" y="2684008"/>
        <a:ext cx="635496" cy="272355"/>
      </dsp:txXfrm>
    </dsp:sp>
    <dsp:sp modelId="{A8A87524-700F-4E33-A22D-0E3A1381D40C}">
      <dsp:nvSpPr>
        <dsp:cNvPr id="0" name=""/>
        <dsp:cNvSpPr/>
      </dsp:nvSpPr>
      <dsp:spPr>
        <a:xfrm rot="5400000">
          <a:off x="3070696" y="-68939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CNN achieved 93.8% training accuracy &amp; 84.8% validation accuracy after 40 training rounds.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The model struggled with visually similar types (e.g. cloudy vs shine), but strong overall.</a:t>
          </a:r>
        </a:p>
      </dsp:txBody>
      <dsp:txXfrm rot="-5400000">
        <a:off x="635496" y="2395067"/>
        <a:ext cx="5431697" cy="532491"/>
      </dsp:txXfrm>
    </dsp:sp>
    <dsp:sp modelId="{A1A67C0F-8840-4A05-9E06-39150775BE6E}">
      <dsp:nvSpPr>
        <dsp:cNvPr id="0" name=""/>
        <dsp:cNvSpPr/>
      </dsp:nvSpPr>
      <dsp:spPr>
        <a:xfrm rot="5400000">
          <a:off x="-136177" y="3290625"/>
          <a:ext cx="907851" cy="635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Insights</a:t>
          </a:r>
          <a:r>
            <a:rPr lang="en-GB" sz="1000" kern="1200" dirty="0"/>
            <a:t> </a:t>
          </a:r>
        </a:p>
      </dsp:txBody>
      <dsp:txXfrm rot="-5400000">
        <a:off x="1" y="3472195"/>
        <a:ext cx="635496" cy="272355"/>
      </dsp:txXfrm>
    </dsp:sp>
    <dsp:sp modelId="{869323B4-430C-4C6D-879E-042520F448EA}">
      <dsp:nvSpPr>
        <dsp:cNvPr id="0" name=""/>
        <dsp:cNvSpPr/>
      </dsp:nvSpPr>
      <dsp:spPr>
        <a:xfrm rot="5400000">
          <a:off x="3070696" y="719247"/>
          <a:ext cx="590103" cy="546050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 CNNs can learn to see and classify weather types with high accuracy from basic images.</a:t>
          </a:r>
          <a:endParaRPr lang="en-GB" sz="1100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>
              <a:solidFill>
                <a:schemeClr val="tx1"/>
              </a:solidFill>
            </a:rPr>
            <a:t> Radar and satellite imagery are rich data sources for machine learning.</a:t>
          </a:r>
        </a:p>
      </dsp:txBody>
      <dsp:txXfrm rot="-5400000">
        <a:off x="635496" y="3183253"/>
        <a:ext cx="5431697" cy="53249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9AAEA-5E99-45CD-8D3F-42576D921C91}">
      <dsp:nvSpPr>
        <dsp:cNvPr id="0" name=""/>
        <dsp:cNvSpPr/>
      </dsp:nvSpPr>
      <dsp:spPr>
        <a:xfrm>
          <a:off x="0" y="680918"/>
          <a:ext cx="1855408" cy="18554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C330B3D-192B-4A60-B09C-79BD27E9E503}">
      <dsp:nvSpPr>
        <dsp:cNvPr id="0" name=""/>
        <dsp:cNvSpPr/>
      </dsp:nvSpPr>
      <dsp:spPr>
        <a:xfrm>
          <a:off x="87769" y="758845"/>
          <a:ext cx="333973" cy="333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29B3C64-206A-47D9-AB77-B56794501529}">
      <dsp:nvSpPr>
        <dsp:cNvPr id="0" name=""/>
        <dsp:cNvSpPr/>
      </dsp:nvSpPr>
      <dsp:spPr>
        <a:xfrm>
          <a:off x="254756" y="758845"/>
          <a:ext cx="1786396" cy="333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Next Steps:</a:t>
          </a:r>
        </a:p>
      </dsp:txBody>
      <dsp:txXfrm>
        <a:off x="254756" y="758845"/>
        <a:ext cx="1786396" cy="333973"/>
      </dsp:txXfrm>
    </dsp:sp>
    <dsp:sp modelId="{17927F9C-6AD5-4E81-9C75-186F3965C4A9}">
      <dsp:nvSpPr>
        <dsp:cNvPr id="0" name=""/>
        <dsp:cNvSpPr/>
      </dsp:nvSpPr>
      <dsp:spPr>
        <a:xfrm>
          <a:off x="254756" y="1092819"/>
          <a:ext cx="1786396" cy="4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970" rIns="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kern="1200" dirty="0"/>
            <a:t>Expand image categories (e.g. snow, fog, storms) for broader use.</a:t>
          </a:r>
        </a:p>
      </dsp:txBody>
      <dsp:txXfrm>
        <a:off x="254756" y="1092819"/>
        <a:ext cx="1786396" cy="492277"/>
      </dsp:txXfrm>
    </dsp:sp>
    <dsp:sp modelId="{A0AE8418-AA31-44F1-A22B-90DD6FB53E1E}">
      <dsp:nvSpPr>
        <dsp:cNvPr id="0" name=""/>
        <dsp:cNvSpPr/>
      </dsp:nvSpPr>
      <dsp:spPr>
        <a:xfrm>
          <a:off x="254756" y="1585096"/>
          <a:ext cx="55440" cy="554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D463665-313B-458E-875D-CA5D0C4CD342}">
      <dsp:nvSpPr>
        <dsp:cNvPr id="0" name=""/>
        <dsp:cNvSpPr/>
      </dsp:nvSpPr>
      <dsp:spPr>
        <a:xfrm>
          <a:off x="254756" y="1640536"/>
          <a:ext cx="1786396" cy="4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970" rIns="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kern="1200" dirty="0"/>
            <a:t>Combine this with </a:t>
          </a:r>
          <a:r>
            <a:rPr lang="en-GB" sz="1100" i="1" kern="1200" dirty="0"/>
            <a:t>Generative adversarial networks (GANs</a:t>
          </a:r>
          <a:r>
            <a:rPr lang="en-GB" sz="1100" kern="1200" dirty="0"/>
            <a:t>) to stimulate future radar visuals</a:t>
          </a:r>
        </a:p>
      </dsp:txBody>
      <dsp:txXfrm>
        <a:off x="254756" y="1640536"/>
        <a:ext cx="1786396" cy="492277"/>
      </dsp:txXfrm>
    </dsp:sp>
    <dsp:sp modelId="{E6D40579-5CD3-4189-90B6-D1E941FBDA11}">
      <dsp:nvSpPr>
        <dsp:cNvPr id="0" name=""/>
        <dsp:cNvSpPr/>
      </dsp:nvSpPr>
      <dsp:spPr>
        <a:xfrm>
          <a:off x="0" y="2354664"/>
          <a:ext cx="1855408" cy="18554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8B1F75E-A341-4055-8C16-E3004725E050}">
      <dsp:nvSpPr>
        <dsp:cNvPr id="0" name=""/>
        <dsp:cNvSpPr/>
      </dsp:nvSpPr>
      <dsp:spPr>
        <a:xfrm>
          <a:off x="87769" y="2432591"/>
          <a:ext cx="333973" cy="333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876A35A-78AA-4DB3-BB14-0E5CE892380B}">
      <dsp:nvSpPr>
        <dsp:cNvPr id="0" name=""/>
        <dsp:cNvSpPr/>
      </dsp:nvSpPr>
      <dsp:spPr>
        <a:xfrm>
          <a:off x="254756" y="2432591"/>
          <a:ext cx="1786396" cy="333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The Future:</a:t>
          </a:r>
        </a:p>
      </dsp:txBody>
      <dsp:txXfrm>
        <a:off x="254756" y="2432591"/>
        <a:ext cx="1786396" cy="333973"/>
      </dsp:txXfrm>
    </dsp:sp>
    <dsp:sp modelId="{A4B8CBF4-1BDC-449B-9E60-52857273604B}">
      <dsp:nvSpPr>
        <dsp:cNvPr id="0" name=""/>
        <dsp:cNvSpPr/>
      </dsp:nvSpPr>
      <dsp:spPr>
        <a:xfrm>
          <a:off x="254756" y="2766564"/>
          <a:ext cx="1786396" cy="4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970" rIns="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kern="1200" dirty="0"/>
            <a:t>For future projects, deploy as a visual tool for emergency services or climate dashboards.</a:t>
          </a:r>
        </a:p>
      </dsp:txBody>
      <dsp:txXfrm>
        <a:off x="254756" y="2766564"/>
        <a:ext cx="1786396" cy="49227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DB32A5-F40E-4AB2-9B70-1562ADD8B49E}">
      <dsp:nvSpPr>
        <dsp:cNvPr id="0" name=""/>
        <dsp:cNvSpPr/>
      </dsp:nvSpPr>
      <dsp:spPr>
        <a:xfrm>
          <a:off x="0" y="0"/>
          <a:ext cx="36007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9EDDE-D28A-435A-BB28-7A80234695FA}">
      <dsp:nvSpPr>
        <dsp:cNvPr id="0" name=""/>
        <dsp:cNvSpPr/>
      </dsp:nvSpPr>
      <dsp:spPr>
        <a:xfrm>
          <a:off x="0" y="0"/>
          <a:ext cx="720142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Error</a:t>
          </a:r>
        </a:p>
      </dsp:txBody>
      <dsp:txXfrm>
        <a:off x="0" y="0"/>
        <a:ext cx="720142" cy="2032000"/>
      </dsp:txXfrm>
    </dsp:sp>
    <dsp:sp modelId="{F79D4A55-DB62-44B2-893D-6DFEF406D60C}">
      <dsp:nvSpPr>
        <dsp:cNvPr id="0" name=""/>
        <dsp:cNvSpPr/>
      </dsp:nvSpPr>
      <dsp:spPr>
        <a:xfrm>
          <a:off x="774153" y="31750"/>
          <a:ext cx="282655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At the start both training and validation drop quickly – a sign the model is learning.</a:t>
          </a:r>
        </a:p>
      </dsp:txBody>
      <dsp:txXfrm>
        <a:off x="774153" y="31750"/>
        <a:ext cx="2826559" cy="634999"/>
      </dsp:txXfrm>
    </dsp:sp>
    <dsp:sp modelId="{7D8CF1A2-DB82-47A6-B6EC-59722D08705C}">
      <dsp:nvSpPr>
        <dsp:cNvPr id="0" name=""/>
        <dsp:cNvSpPr/>
      </dsp:nvSpPr>
      <dsp:spPr>
        <a:xfrm>
          <a:off x="720142" y="666749"/>
          <a:ext cx="2880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2B93A4-F8FE-4ACC-9E6A-9EA15F20BD74}">
      <dsp:nvSpPr>
        <dsp:cNvPr id="0" name=""/>
        <dsp:cNvSpPr/>
      </dsp:nvSpPr>
      <dsp:spPr>
        <a:xfrm>
          <a:off x="774153" y="698499"/>
          <a:ext cx="282655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The training loss continues to improve but the validation loss fluctuates after about 10 epochs (rounds).</a:t>
          </a:r>
        </a:p>
      </dsp:txBody>
      <dsp:txXfrm>
        <a:off x="774153" y="698499"/>
        <a:ext cx="2826559" cy="634999"/>
      </dsp:txXfrm>
    </dsp:sp>
    <dsp:sp modelId="{EC48AD53-DEFB-4CEA-9861-35624B506C74}">
      <dsp:nvSpPr>
        <dsp:cNvPr id="0" name=""/>
        <dsp:cNvSpPr/>
      </dsp:nvSpPr>
      <dsp:spPr>
        <a:xfrm>
          <a:off x="720142" y="1333499"/>
          <a:ext cx="2880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52B13-F6EE-4ED8-A9EE-696BA7E9C8D7}">
      <dsp:nvSpPr>
        <dsp:cNvPr id="0" name=""/>
        <dsp:cNvSpPr/>
      </dsp:nvSpPr>
      <dsp:spPr>
        <a:xfrm>
          <a:off x="774153" y="1365249"/>
          <a:ext cx="282655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This pattern suggests the model may be starting to overfit the training data slightly (i.e. It’s learning noise, not just patterns).</a:t>
          </a:r>
        </a:p>
      </dsp:txBody>
      <dsp:txXfrm>
        <a:off x="774153" y="1365249"/>
        <a:ext cx="2826559" cy="634999"/>
      </dsp:txXfrm>
    </dsp:sp>
    <dsp:sp modelId="{D154C87B-6A98-4FB4-A336-D8951D13D4A9}">
      <dsp:nvSpPr>
        <dsp:cNvPr id="0" name=""/>
        <dsp:cNvSpPr/>
      </dsp:nvSpPr>
      <dsp:spPr>
        <a:xfrm>
          <a:off x="720142" y="2000249"/>
          <a:ext cx="2880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DB32A5-F40E-4AB2-9B70-1562ADD8B49E}">
      <dsp:nvSpPr>
        <dsp:cNvPr id="0" name=""/>
        <dsp:cNvSpPr/>
      </dsp:nvSpPr>
      <dsp:spPr>
        <a:xfrm>
          <a:off x="0" y="0"/>
          <a:ext cx="37218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9EDDE-D28A-435A-BB28-7A80234695FA}">
      <dsp:nvSpPr>
        <dsp:cNvPr id="0" name=""/>
        <dsp:cNvSpPr/>
      </dsp:nvSpPr>
      <dsp:spPr>
        <a:xfrm>
          <a:off x="0" y="0"/>
          <a:ext cx="1007474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Accuracy</a:t>
          </a:r>
        </a:p>
      </dsp:txBody>
      <dsp:txXfrm>
        <a:off x="0" y="0"/>
        <a:ext cx="1007474" cy="2032000"/>
      </dsp:txXfrm>
    </dsp:sp>
    <dsp:sp modelId="{F79D4A55-DB62-44B2-893D-6DFEF406D60C}">
      <dsp:nvSpPr>
        <dsp:cNvPr id="0" name=""/>
        <dsp:cNvSpPr/>
      </dsp:nvSpPr>
      <dsp:spPr>
        <a:xfrm>
          <a:off x="1058341" y="31750"/>
          <a:ext cx="2662047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Accuracy improves quickly in the first few epochs (rounds) - showing strong learning at the start.</a:t>
          </a:r>
        </a:p>
      </dsp:txBody>
      <dsp:txXfrm>
        <a:off x="1058341" y="31750"/>
        <a:ext cx="2662047" cy="634999"/>
      </dsp:txXfrm>
    </dsp:sp>
    <dsp:sp modelId="{7D8CF1A2-DB82-47A6-B6EC-59722D08705C}">
      <dsp:nvSpPr>
        <dsp:cNvPr id="0" name=""/>
        <dsp:cNvSpPr/>
      </dsp:nvSpPr>
      <dsp:spPr>
        <a:xfrm>
          <a:off x="1007474" y="666749"/>
          <a:ext cx="27129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2B93A4-F8FE-4ACC-9E6A-9EA15F20BD74}">
      <dsp:nvSpPr>
        <dsp:cNvPr id="0" name=""/>
        <dsp:cNvSpPr/>
      </dsp:nvSpPr>
      <dsp:spPr>
        <a:xfrm>
          <a:off x="1058341" y="698499"/>
          <a:ext cx="2662047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The training accuracy continues to rise even reaching nearly 100 percent.</a:t>
          </a:r>
        </a:p>
      </dsp:txBody>
      <dsp:txXfrm>
        <a:off x="1058341" y="698499"/>
        <a:ext cx="2662047" cy="634999"/>
      </dsp:txXfrm>
    </dsp:sp>
    <dsp:sp modelId="{EC48AD53-DEFB-4CEA-9861-35624B506C74}">
      <dsp:nvSpPr>
        <dsp:cNvPr id="0" name=""/>
        <dsp:cNvSpPr/>
      </dsp:nvSpPr>
      <dsp:spPr>
        <a:xfrm>
          <a:off x="1007474" y="1333499"/>
          <a:ext cx="27129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52B13-F6EE-4ED8-A9EE-696BA7E9C8D7}">
      <dsp:nvSpPr>
        <dsp:cNvPr id="0" name=""/>
        <dsp:cNvSpPr/>
      </dsp:nvSpPr>
      <dsp:spPr>
        <a:xfrm>
          <a:off x="1058341" y="1365249"/>
          <a:ext cx="2662047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Validation accuracy stays consistently good (~80-88%) but doesn’t rise as much – a sign of overfitting.</a:t>
          </a:r>
        </a:p>
      </dsp:txBody>
      <dsp:txXfrm>
        <a:off x="1058341" y="1365249"/>
        <a:ext cx="2662047" cy="634999"/>
      </dsp:txXfrm>
    </dsp:sp>
    <dsp:sp modelId="{D154C87B-6A98-4FB4-A336-D8951D13D4A9}">
      <dsp:nvSpPr>
        <dsp:cNvPr id="0" name=""/>
        <dsp:cNvSpPr/>
      </dsp:nvSpPr>
      <dsp:spPr>
        <a:xfrm>
          <a:off x="1007474" y="2000249"/>
          <a:ext cx="27129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7BAC8-B855-4859-AD31-BF46907392E3}">
      <dsp:nvSpPr>
        <dsp:cNvPr id="0" name=""/>
        <dsp:cNvSpPr/>
      </dsp:nvSpPr>
      <dsp:spPr>
        <a:xfrm rot="5400000">
          <a:off x="164454" y="923839"/>
          <a:ext cx="1442424" cy="174126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5AB3B-F549-4B81-88FE-8FD6CD4B838B}">
      <dsp:nvSpPr>
        <dsp:cNvPr id="0" name=""/>
        <dsp:cNvSpPr/>
      </dsp:nvSpPr>
      <dsp:spPr>
        <a:xfrm>
          <a:off x="494402" y="522"/>
          <a:ext cx="1934740" cy="1160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Clustering revealed distinct regional weather patterns – Feature analysis over time needed to detect increasing anomalies</a:t>
          </a:r>
        </a:p>
      </dsp:txBody>
      <dsp:txXfrm>
        <a:off x="528402" y="34522"/>
        <a:ext cx="1866740" cy="1092844"/>
      </dsp:txXfrm>
    </dsp:sp>
    <dsp:sp modelId="{FD4A5EC9-E531-4129-BFCF-4C0A3EB31209}">
      <dsp:nvSpPr>
        <dsp:cNvPr id="0" name=""/>
        <dsp:cNvSpPr/>
      </dsp:nvSpPr>
      <dsp:spPr>
        <a:xfrm rot="5400000">
          <a:off x="164454" y="2374894"/>
          <a:ext cx="1442424" cy="174126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786B2-CA1F-4B65-AB16-EAE1AF38FB46}">
      <dsp:nvSpPr>
        <dsp:cNvPr id="0" name=""/>
        <dsp:cNvSpPr/>
      </dsp:nvSpPr>
      <dsp:spPr>
        <a:xfrm>
          <a:off x="494402" y="1451577"/>
          <a:ext cx="1934740" cy="1160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Optimising model settings (Hyperparameters) Significantly improved prediction accuracy</a:t>
          </a:r>
        </a:p>
      </dsp:txBody>
      <dsp:txXfrm>
        <a:off x="528402" y="1485577"/>
        <a:ext cx="1866740" cy="1092844"/>
      </dsp:txXfrm>
    </dsp:sp>
    <dsp:sp modelId="{5D6E7BD5-F69E-4199-BB8E-EE2D87E63168}">
      <dsp:nvSpPr>
        <dsp:cNvPr id="0" name=""/>
        <dsp:cNvSpPr/>
      </dsp:nvSpPr>
      <dsp:spPr>
        <a:xfrm>
          <a:off x="889981" y="3100422"/>
          <a:ext cx="2564573" cy="174126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9B7E6-5C87-4A4F-BB87-64668BFAB0E4}">
      <dsp:nvSpPr>
        <dsp:cNvPr id="0" name=""/>
        <dsp:cNvSpPr/>
      </dsp:nvSpPr>
      <dsp:spPr>
        <a:xfrm>
          <a:off x="494402" y="2902633"/>
          <a:ext cx="1934740" cy="1160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Visual machine learning (radar style CNNs) effectively detected extreme weather indicators</a:t>
          </a:r>
        </a:p>
      </dsp:txBody>
      <dsp:txXfrm>
        <a:off x="528402" y="2936633"/>
        <a:ext cx="1866740" cy="1092844"/>
      </dsp:txXfrm>
    </dsp:sp>
    <dsp:sp modelId="{E18A8AAB-1A59-451F-B4A2-389FD39759C1}">
      <dsp:nvSpPr>
        <dsp:cNvPr id="0" name=""/>
        <dsp:cNvSpPr/>
      </dsp:nvSpPr>
      <dsp:spPr>
        <a:xfrm rot="16200000">
          <a:off x="2737658" y="2374894"/>
          <a:ext cx="1442424" cy="174126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82F65-F416-4534-9881-C2F19E3DEB9D}">
      <dsp:nvSpPr>
        <dsp:cNvPr id="0" name=""/>
        <dsp:cNvSpPr/>
      </dsp:nvSpPr>
      <dsp:spPr>
        <a:xfrm>
          <a:off x="3067607" y="2902633"/>
          <a:ext cx="1934740" cy="1160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Apply CNN radar visual models to support rapid emergency weather response</a:t>
          </a:r>
        </a:p>
      </dsp:txBody>
      <dsp:txXfrm>
        <a:off x="3101607" y="2936633"/>
        <a:ext cx="1866740" cy="1092844"/>
      </dsp:txXfrm>
    </dsp:sp>
    <dsp:sp modelId="{9FE77E58-8F91-4A5F-B532-C9125232EBB2}">
      <dsp:nvSpPr>
        <dsp:cNvPr id="0" name=""/>
        <dsp:cNvSpPr/>
      </dsp:nvSpPr>
      <dsp:spPr>
        <a:xfrm rot="16200000">
          <a:off x="2737658" y="923839"/>
          <a:ext cx="1442424" cy="174126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A1FCF-8171-4400-BBB8-066A97052295}">
      <dsp:nvSpPr>
        <dsp:cNvPr id="0" name=""/>
        <dsp:cNvSpPr/>
      </dsp:nvSpPr>
      <dsp:spPr>
        <a:xfrm>
          <a:off x="3067607" y="1451577"/>
          <a:ext cx="1934740" cy="1160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Incorporate model tuning (Bayesian optimisation) Into future weather forecasting pipelines</a:t>
          </a:r>
        </a:p>
      </dsp:txBody>
      <dsp:txXfrm>
        <a:off x="3101607" y="1485577"/>
        <a:ext cx="1866740" cy="1092844"/>
      </dsp:txXfrm>
    </dsp:sp>
    <dsp:sp modelId="{13AA3309-DB4A-421A-ACF0-46E6E71F0A58}">
      <dsp:nvSpPr>
        <dsp:cNvPr id="0" name=""/>
        <dsp:cNvSpPr/>
      </dsp:nvSpPr>
      <dsp:spPr>
        <a:xfrm>
          <a:off x="3463186" y="198312"/>
          <a:ext cx="2564573" cy="174126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E25BA-C504-45B4-985A-4A601162F1D6}">
      <dsp:nvSpPr>
        <dsp:cNvPr id="0" name=""/>
        <dsp:cNvSpPr/>
      </dsp:nvSpPr>
      <dsp:spPr>
        <a:xfrm>
          <a:off x="3067607" y="522"/>
          <a:ext cx="1934740" cy="1160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Use clustering as an early warning system to monitor emerging climate trends</a:t>
          </a:r>
        </a:p>
      </dsp:txBody>
      <dsp:txXfrm>
        <a:off x="3101607" y="34522"/>
        <a:ext cx="1866740" cy="1092844"/>
      </dsp:txXfrm>
    </dsp:sp>
    <dsp:sp modelId="{B02E1E3E-5928-41FE-9735-0C43348DE568}">
      <dsp:nvSpPr>
        <dsp:cNvPr id="0" name=""/>
        <dsp:cNvSpPr/>
      </dsp:nvSpPr>
      <dsp:spPr>
        <a:xfrm rot="5400000">
          <a:off x="5310863" y="923839"/>
          <a:ext cx="1442424" cy="174126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278F4-2D9B-453A-8EC9-07F35F7112F3}">
      <dsp:nvSpPr>
        <dsp:cNvPr id="0" name=""/>
        <dsp:cNvSpPr/>
      </dsp:nvSpPr>
      <dsp:spPr>
        <a:xfrm>
          <a:off x="5640811" y="522"/>
          <a:ext cx="1934740" cy="1160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models on wider time ranges (e.g. 2010-2020) to track long term shifts</a:t>
          </a:r>
        </a:p>
      </dsp:txBody>
      <dsp:txXfrm>
        <a:off x="5674811" y="34522"/>
        <a:ext cx="1866740" cy="1092844"/>
      </dsp:txXfrm>
    </dsp:sp>
    <dsp:sp modelId="{73497724-DB5D-47AE-885C-9B64203BF67A}">
      <dsp:nvSpPr>
        <dsp:cNvPr id="0" name=""/>
        <dsp:cNvSpPr/>
      </dsp:nvSpPr>
      <dsp:spPr>
        <a:xfrm rot="5400000">
          <a:off x="5310863" y="2374894"/>
          <a:ext cx="1442424" cy="174126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A1619-EC9B-4ABE-8249-49D861F4D5B6}">
      <dsp:nvSpPr>
        <dsp:cNvPr id="0" name=""/>
        <dsp:cNvSpPr/>
      </dsp:nvSpPr>
      <dsp:spPr>
        <a:xfrm>
          <a:off x="5640811" y="1451577"/>
          <a:ext cx="1934740" cy="1160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Validate predictions against real extreme weather records to prove reliability</a:t>
          </a:r>
        </a:p>
      </dsp:txBody>
      <dsp:txXfrm>
        <a:off x="5674811" y="1485577"/>
        <a:ext cx="1866740" cy="1092844"/>
      </dsp:txXfrm>
    </dsp:sp>
    <dsp:sp modelId="{A401C2C8-7311-4B66-A911-80F488BEF87D}">
      <dsp:nvSpPr>
        <dsp:cNvPr id="0" name=""/>
        <dsp:cNvSpPr/>
      </dsp:nvSpPr>
      <dsp:spPr>
        <a:xfrm>
          <a:off x="5640811" y="2902633"/>
          <a:ext cx="1934740" cy="1160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Combine weather and health/population Data to guide future safe-zone planning</a:t>
          </a:r>
        </a:p>
      </dsp:txBody>
      <dsp:txXfrm>
        <a:off x="5674811" y="2936633"/>
        <a:ext cx="1866740" cy="109284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4D6E22-882C-41C8-A40F-A392686C40C5}">
      <dsp:nvSpPr>
        <dsp:cNvPr id="0" name=""/>
        <dsp:cNvSpPr/>
      </dsp:nvSpPr>
      <dsp:spPr>
        <a:xfrm>
          <a:off x="767316" y="1243184"/>
          <a:ext cx="990832" cy="9908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DF628-07F8-40F3-A6D8-1F37D55D9B5C}">
      <dsp:nvSpPr>
        <dsp:cNvPr id="0" name=""/>
        <dsp:cNvSpPr/>
      </dsp:nvSpPr>
      <dsp:spPr>
        <a:xfrm>
          <a:off x="161807" y="2540278"/>
          <a:ext cx="220185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Questions?</a:t>
          </a:r>
        </a:p>
      </dsp:txBody>
      <dsp:txXfrm>
        <a:off x="161807" y="2540278"/>
        <a:ext cx="2201850" cy="742500"/>
      </dsp:txXfrm>
    </dsp:sp>
    <dsp:sp modelId="{97F7377B-9062-4058-A1C6-3A0BF9F2A157}">
      <dsp:nvSpPr>
        <dsp:cNvPr id="0" name=""/>
        <dsp:cNvSpPr/>
      </dsp:nvSpPr>
      <dsp:spPr>
        <a:xfrm>
          <a:off x="3619383" y="1243184"/>
          <a:ext cx="990832" cy="9908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A18E3-4540-4D61-96D0-B6AD0FAF5CAB}">
      <dsp:nvSpPr>
        <dsp:cNvPr id="0" name=""/>
        <dsp:cNvSpPr/>
      </dsp:nvSpPr>
      <dsp:spPr>
        <a:xfrm>
          <a:off x="2748981" y="2540278"/>
          <a:ext cx="2731637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Contact: wallmaden@hotmail.com</a:t>
          </a:r>
        </a:p>
      </dsp:txBody>
      <dsp:txXfrm>
        <a:off x="2748981" y="2540278"/>
        <a:ext cx="2731637" cy="742500"/>
      </dsp:txXfrm>
    </dsp:sp>
    <dsp:sp modelId="{233AF904-F52B-4352-9C89-3D0258485AFB}">
      <dsp:nvSpPr>
        <dsp:cNvPr id="0" name=""/>
        <dsp:cNvSpPr/>
      </dsp:nvSpPr>
      <dsp:spPr>
        <a:xfrm>
          <a:off x="6471451" y="1243184"/>
          <a:ext cx="990832" cy="9908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90E5E-BADE-484D-B855-C95CE69C91E9}">
      <dsp:nvSpPr>
        <dsp:cNvPr id="0" name=""/>
        <dsp:cNvSpPr/>
      </dsp:nvSpPr>
      <dsp:spPr>
        <a:xfrm>
          <a:off x="5865942" y="2540278"/>
          <a:ext cx="220185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Presented by: Paul Maden</a:t>
          </a:r>
        </a:p>
      </dsp:txBody>
      <dsp:txXfrm>
        <a:off x="5865942" y="2540278"/>
        <a:ext cx="2201850" cy="74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23B9F-A76F-461D-B828-29522BCEA816}" type="datetimeFigureOut">
              <a:rPr lang="en-GB" smtClean="0"/>
              <a:t>29/06/2025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4CD3-F3F3-4144-82FA-9F1E5BE2A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677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Welcome and brief intro</a:t>
            </a:r>
          </a:p>
          <a:p>
            <a:r>
              <a:rPr lang="en-GB" dirty="0"/>
              <a:t>- My name is Paul Maden</a:t>
            </a:r>
          </a:p>
          <a:p>
            <a:r>
              <a:rPr lang="en-GB" dirty="0"/>
              <a:t>- This is my final proposal for </a:t>
            </a:r>
            <a:r>
              <a:rPr lang="en-GB" dirty="0" err="1"/>
              <a:t>ClimateWins</a:t>
            </a:r>
            <a:endParaRPr lang="en-GB" dirty="0"/>
          </a:p>
          <a:p>
            <a:r>
              <a:rPr lang="en-GB" dirty="0"/>
              <a:t>- Focus: using machine learning to predict climate trends and identify safe regions in Europe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24CD3-F3F3-4144-82FA-9F1E5BE2AEC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007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</a:t>
            </a:r>
            <a:r>
              <a:rPr lang="en-GB" dirty="0" err="1"/>
              <a:t>ClimateWins</a:t>
            </a:r>
            <a:r>
              <a:rPr lang="en-GB" dirty="0"/>
              <a:t> wants to prepare for future weather challenges</a:t>
            </a:r>
          </a:p>
          <a:p>
            <a:r>
              <a:rPr lang="en-GB" dirty="0"/>
              <a:t>- Objectives: find unusual patterns, predict future conditions, identify safe places</a:t>
            </a:r>
          </a:p>
          <a:p>
            <a:r>
              <a:rPr lang="en-GB" dirty="0"/>
              <a:t>- I’ll show 3 thought experiments that each explore different ways ML can help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24CD3-F3F3-4144-82FA-9F1E5BE2AEC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53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Used unsupervised learning, deep learning, and computer vision</a:t>
            </a:r>
          </a:p>
          <a:p>
            <a:r>
              <a:rPr lang="en-GB" dirty="0"/>
              <a:t>- Models include:</a:t>
            </a:r>
          </a:p>
          <a:p>
            <a:r>
              <a:rPr lang="en-GB" dirty="0"/>
              <a:t>	a. Clustering (Ward method)</a:t>
            </a:r>
          </a:p>
          <a:p>
            <a:r>
              <a:rPr lang="en-GB" dirty="0"/>
              <a:t>	b. CNNs (for radar image recognition)</a:t>
            </a:r>
          </a:p>
          <a:p>
            <a:r>
              <a:rPr lang="en-GB" dirty="0"/>
              <a:t>	c. Hyperparameter tuning (to improve accuracy)</a:t>
            </a:r>
          </a:p>
          <a:p>
            <a:r>
              <a:rPr lang="en-GB" dirty="0"/>
              <a:t>- Goal: test what gives the best balance of insight, accuracy, and practical use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24CD3-F3F3-4144-82FA-9F1E5BE2AEC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876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Historical weather alone isn’t enough</a:t>
            </a:r>
          </a:p>
          <a:p>
            <a:r>
              <a:rPr lang="en-GB" dirty="0"/>
              <a:t>- Also need:</a:t>
            </a:r>
          </a:p>
          <a:p>
            <a:r>
              <a:rPr lang="en-GB" dirty="0"/>
              <a:t>	- Extreme Weather Data</a:t>
            </a:r>
          </a:p>
          <a:p>
            <a:r>
              <a:rPr lang="en-GB" dirty="0"/>
              <a:t>	- Radar/satellite images</a:t>
            </a:r>
          </a:p>
          <a:p>
            <a:r>
              <a:rPr lang="en-GB" dirty="0"/>
              <a:t>	- Health and population data</a:t>
            </a:r>
          </a:p>
          <a:p>
            <a:r>
              <a:rPr lang="en-GB" dirty="0"/>
              <a:t>	- High-resolution climate inputs</a:t>
            </a:r>
          </a:p>
          <a:p>
            <a:r>
              <a:rPr lang="en-GB" dirty="0"/>
              <a:t>- Helps improve model realism and real-world relevance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24CD3-F3F3-4144-82FA-9F1E5BE2AEC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719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What if subtle climate changes are already visible in daily data?</a:t>
            </a:r>
          </a:p>
          <a:p>
            <a:r>
              <a:rPr lang="en-GB" dirty="0"/>
              <a:t>- Used clustering to find hidden groups in 2020 weather</a:t>
            </a:r>
          </a:p>
          <a:p>
            <a:r>
              <a:rPr lang="en-GB" dirty="0"/>
              <a:t>- PCA reduced data noise, Ward method gave best clarity</a:t>
            </a:r>
          </a:p>
          <a:p>
            <a:r>
              <a:rPr lang="en-GB" dirty="0"/>
              <a:t>- Goal: detect early signs of instability in weather trends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24CD3-F3F3-4144-82FA-9F1E5BE2AEC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548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What if smarter model tuning could boost prediction power?</a:t>
            </a:r>
          </a:p>
          <a:p>
            <a:r>
              <a:rPr lang="en-GB" dirty="0"/>
              <a:t>- Tuned CNN using Bayesian search</a:t>
            </a:r>
          </a:p>
          <a:p>
            <a:r>
              <a:rPr lang="en-GB" dirty="0"/>
              <a:t>- Accuracy jumped from ~10% to over 60%</a:t>
            </a:r>
          </a:p>
          <a:p>
            <a:r>
              <a:rPr lang="en-GB" dirty="0"/>
              <a:t>- Goal: build accurate, long-term forecasting tools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24CD3-F3F3-4144-82FA-9F1E5BE2AEC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255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Left: baseline model before tuning — weak accuracy (e.g. Random Forest)</a:t>
            </a:r>
          </a:p>
          <a:p>
            <a:r>
              <a:rPr lang="en-GB" dirty="0"/>
              <a:t>- Right: optimised model — much higher performance</a:t>
            </a:r>
          </a:p>
          <a:p>
            <a:r>
              <a:rPr lang="en-GB" dirty="0"/>
              <a:t>- Tuning revealed key variables and improved clarity</a:t>
            </a:r>
          </a:p>
          <a:p>
            <a:r>
              <a:rPr lang="en-GB" dirty="0"/>
              <a:t>- Useful for regional or time-based predictions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24CD3-F3F3-4144-82FA-9F1E5BE2AEC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212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What if we let ML </a:t>
            </a:r>
            <a:r>
              <a:rPr lang="en-GB" i="1" dirty="0"/>
              <a:t>see</a:t>
            </a:r>
            <a:r>
              <a:rPr lang="en-GB" dirty="0"/>
              <a:t> weather changes?</a:t>
            </a:r>
          </a:p>
          <a:p>
            <a:r>
              <a:rPr lang="en-GB" dirty="0"/>
              <a:t>- Trained CNN to classify radar-style images (cloudy, rain, etc.)</a:t>
            </a:r>
          </a:p>
          <a:p>
            <a:r>
              <a:rPr lang="en-GB" dirty="0"/>
              <a:t>- Accuracy hit ~85% with low training error</a:t>
            </a:r>
          </a:p>
          <a:p>
            <a:r>
              <a:rPr lang="en-GB" dirty="0"/>
              <a:t>- Goal: fast visual detection for future risk alerts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24CD3-F3F3-4144-82FA-9F1E5BE2AEC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941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Left graph: model loss decreases with training</a:t>
            </a:r>
          </a:p>
          <a:p>
            <a:r>
              <a:rPr lang="en-GB" dirty="0"/>
              <a:t>- Right graph: accuracy improves, but risk of overfitting appears</a:t>
            </a:r>
          </a:p>
          <a:p>
            <a:r>
              <a:rPr lang="en-GB" dirty="0"/>
              <a:t>- Confirms potential for radar-based ML but also highlights need for careful tuning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24CD3-F3F3-4144-82FA-9F1E5BE2AEC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044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Summary of Findings</a:t>
            </a:r>
            <a:endParaRPr lang="en-GB" dirty="0"/>
          </a:p>
          <a:p>
            <a:r>
              <a:rPr lang="en-GB" dirty="0"/>
              <a:t>- ML reveals early signals</a:t>
            </a:r>
          </a:p>
          <a:p>
            <a:r>
              <a:rPr lang="en-GB" dirty="0"/>
              <a:t>- Tuning improves accuracy</a:t>
            </a:r>
          </a:p>
          <a:p>
            <a:r>
              <a:rPr lang="en-GB" dirty="0"/>
              <a:t>- Vision models add a new dimension</a:t>
            </a:r>
          </a:p>
          <a:p>
            <a:r>
              <a:rPr lang="en-GB" b="1" dirty="0"/>
              <a:t>Recommendations</a:t>
            </a:r>
            <a:endParaRPr lang="en-GB" dirty="0"/>
          </a:p>
          <a:p>
            <a:r>
              <a:rPr lang="en-GB" dirty="0"/>
              <a:t>- Combine clustering, tuning, and visual ML</a:t>
            </a:r>
          </a:p>
          <a:p>
            <a:r>
              <a:rPr lang="en-GB" dirty="0"/>
              <a:t>- Use GANs to simulate rare events</a:t>
            </a:r>
          </a:p>
          <a:p>
            <a:r>
              <a:rPr lang="en-GB" dirty="0"/>
              <a:t>- Prioritise scalable, interpretable models</a:t>
            </a:r>
          </a:p>
          <a:p>
            <a:r>
              <a:rPr lang="en-GB" b="1" dirty="0"/>
              <a:t>Next Steps</a:t>
            </a:r>
            <a:endParaRPr lang="en-GB" dirty="0"/>
          </a:p>
          <a:p>
            <a:r>
              <a:rPr lang="en-GB" dirty="0"/>
              <a:t>- Extend testing to more years</a:t>
            </a:r>
          </a:p>
          <a:p>
            <a:r>
              <a:rPr lang="en-GB" dirty="0"/>
              <a:t>- Validate against real events</a:t>
            </a:r>
          </a:p>
          <a:p>
            <a:r>
              <a:rPr lang="en-GB" dirty="0"/>
              <a:t>- Add population/health data for liveability scoring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24CD3-F3F3-4144-82FA-9F1E5BE2AEC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615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Thank you for reviewing the proposal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I’m happy to walk through any deeper technical questions or broader strategic discussions about </a:t>
            </a:r>
            <a:r>
              <a:rPr lang="en-GB" dirty="0" err="1"/>
              <a:t>ClimateWins</a:t>
            </a:r>
            <a:r>
              <a:rPr lang="en-GB" dirty="0"/>
              <a:t>' future use of machine learning models.</a:t>
            </a:r>
          </a:p>
          <a:p>
            <a:endParaRPr lang="en-GB" dirty="0"/>
          </a:p>
          <a:p>
            <a:r>
              <a:rPr lang="en-GB" dirty="0"/>
              <a:t>Questions welcome</a:t>
            </a:r>
          </a:p>
          <a:p>
            <a:r>
              <a:rPr lang="en-GB" dirty="0"/>
              <a:t>GitHub repo has code, data, and presentation: </a:t>
            </a:r>
            <a:r>
              <a:rPr lang="en-GB" i="1" dirty="0"/>
              <a:t>Supervised-ML-Weather-Models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576BB-27CD-483D-95DD-DA23F9319CC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56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0" Type="http://schemas.openxmlformats.org/officeDocument/2006/relationships/diagramData" Target="../diagrams/data2.xml"/><Relationship Id="rId4" Type="http://schemas.openxmlformats.org/officeDocument/2006/relationships/image" Target="../media/image2.pn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png"/><Relationship Id="rId9" Type="http://schemas.microsoft.com/office/2007/relationships/diagramDrawing" Target="../diagrams/drawing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.png"/><Relationship Id="rId9" Type="http://schemas.microsoft.com/office/2007/relationships/diagramDrawing" Target="../diagrams/drawin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13" Type="http://schemas.openxmlformats.org/officeDocument/2006/relationships/diagramColors" Target="../diagrams/colors6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5.xml"/><Relationship Id="rId12" Type="http://schemas.openxmlformats.org/officeDocument/2006/relationships/diagramQuickStyle" Target="../diagrams/quickStyle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11" Type="http://schemas.openxmlformats.org/officeDocument/2006/relationships/diagramLayout" Target="../diagrams/layout6.xml"/><Relationship Id="rId5" Type="http://schemas.openxmlformats.org/officeDocument/2006/relationships/diagramData" Target="../diagrams/data5.xml"/><Relationship Id="rId15" Type="http://schemas.openxmlformats.org/officeDocument/2006/relationships/image" Target="../media/image11.png"/><Relationship Id="rId10" Type="http://schemas.openxmlformats.org/officeDocument/2006/relationships/diagramData" Target="../diagrams/data6.xml"/><Relationship Id="rId4" Type="http://schemas.openxmlformats.org/officeDocument/2006/relationships/image" Target="../media/image2.png"/><Relationship Id="rId9" Type="http://schemas.microsoft.com/office/2007/relationships/diagramDrawing" Target="../diagrams/drawing5.xml"/><Relationship Id="rId14" Type="http://schemas.microsoft.com/office/2007/relationships/diagramDrawing" Target="../diagrams/drawing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13" Type="http://schemas.openxmlformats.org/officeDocument/2006/relationships/diagramColors" Target="../diagrams/colors8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7.xml"/><Relationship Id="rId12" Type="http://schemas.openxmlformats.org/officeDocument/2006/relationships/diagramQuickStyle" Target="../diagrams/quickStyle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11" Type="http://schemas.openxmlformats.org/officeDocument/2006/relationships/diagramLayout" Target="../diagrams/layout8.xml"/><Relationship Id="rId5" Type="http://schemas.openxmlformats.org/officeDocument/2006/relationships/diagramData" Target="../diagrams/data7.xml"/><Relationship Id="rId10" Type="http://schemas.openxmlformats.org/officeDocument/2006/relationships/diagramData" Target="../diagrams/data8.xml"/><Relationship Id="rId4" Type="http://schemas.openxmlformats.org/officeDocument/2006/relationships/image" Target="../media/image2.png"/><Relationship Id="rId9" Type="http://schemas.microsoft.com/office/2007/relationships/diagramDrawing" Target="../diagrams/drawing7.xml"/><Relationship Id="rId14" Type="http://schemas.microsoft.com/office/2007/relationships/diagramDrawing" Target="../diagrams/drawing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13" Type="http://schemas.openxmlformats.org/officeDocument/2006/relationships/diagramColors" Target="../diagrams/colors10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9.xml"/><Relationship Id="rId12" Type="http://schemas.openxmlformats.org/officeDocument/2006/relationships/diagramQuickStyle" Target="../diagrams/quickStyle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9.xml"/><Relationship Id="rId11" Type="http://schemas.openxmlformats.org/officeDocument/2006/relationships/diagramLayout" Target="../diagrams/layout10.xml"/><Relationship Id="rId5" Type="http://schemas.openxmlformats.org/officeDocument/2006/relationships/diagramData" Target="../diagrams/data9.xml"/><Relationship Id="rId10" Type="http://schemas.openxmlformats.org/officeDocument/2006/relationships/diagramData" Target="../diagrams/data10.xml"/><Relationship Id="rId4" Type="http://schemas.openxmlformats.org/officeDocument/2006/relationships/image" Target="../media/image2.png"/><Relationship Id="rId9" Type="http://schemas.microsoft.com/office/2007/relationships/diagramDrawing" Target="../diagrams/drawing9.xml"/><Relationship Id="rId14" Type="http://schemas.microsoft.com/office/2007/relationships/diagramDrawing" Target="../diagrams/drawing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13" Type="http://schemas.openxmlformats.org/officeDocument/2006/relationships/diagramLayout" Target="../diagrams/layout12.xml"/><Relationship Id="rId3" Type="http://schemas.openxmlformats.org/officeDocument/2006/relationships/image" Target="../media/image1.jpeg"/><Relationship Id="rId7" Type="http://schemas.openxmlformats.org/officeDocument/2006/relationships/diagramData" Target="../diagrams/data11.xml"/><Relationship Id="rId12" Type="http://schemas.openxmlformats.org/officeDocument/2006/relationships/diagramData" Target="../diagrams/data12.xml"/><Relationship Id="rId2" Type="http://schemas.openxmlformats.org/officeDocument/2006/relationships/notesSlide" Target="../notesSlides/notesSlide9.xml"/><Relationship Id="rId16" Type="http://schemas.microsoft.com/office/2007/relationships/diagramDrawing" Target="../diagrams/drawing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microsoft.com/office/2007/relationships/diagramDrawing" Target="../diagrams/drawing11.xml"/><Relationship Id="rId5" Type="http://schemas.openxmlformats.org/officeDocument/2006/relationships/image" Target="../media/image18.png"/><Relationship Id="rId15" Type="http://schemas.openxmlformats.org/officeDocument/2006/relationships/diagramColors" Target="../diagrams/colors12.xml"/><Relationship Id="rId10" Type="http://schemas.openxmlformats.org/officeDocument/2006/relationships/diagramColors" Target="../diagrams/colors11.xml"/><Relationship Id="rId4" Type="http://schemas.openxmlformats.org/officeDocument/2006/relationships/image" Target="../media/image2.png"/><Relationship Id="rId9" Type="http://schemas.openxmlformats.org/officeDocument/2006/relationships/diagramQuickStyle" Target="../diagrams/quickStyle11.xml"/><Relationship Id="rId14" Type="http://schemas.openxmlformats.org/officeDocument/2006/relationships/diagramQuickStyle" Target="../diagrams/quickStyle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3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3.xml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3.xml"/><Relationship Id="rId11" Type="http://schemas.openxmlformats.org/officeDocument/2006/relationships/image" Target="../media/image21.png"/><Relationship Id="rId5" Type="http://schemas.openxmlformats.org/officeDocument/2006/relationships/diagramData" Target="../diagrams/data13.xml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microsoft.com/office/2007/relationships/diagramDrawing" Target="../diagrams/drawing13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11" Type="http://schemas.openxmlformats.org/officeDocument/2006/relationships/image" Target="../media/image2.png"/><Relationship Id="rId5" Type="http://schemas.openxmlformats.org/officeDocument/2006/relationships/diagramLayout" Target="../diagrams/layout14.xml"/><Relationship Id="rId10" Type="http://schemas.openxmlformats.org/officeDocument/2006/relationships/image" Target="../media/image29.png"/><Relationship Id="rId4" Type="http://schemas.openxmlformats.org/officeDocument/2006/relationships/diagramData" Target="../diagrams/data14.xml"/><Relationship Id="rId9" Type="http://schemas.openxmlformats.org/officeDocument/2006/relationships/hyperlink" Target="https://github.com/wallmaden/Supervised-ML-Weather-Models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een field with a city in the background&#10;&#10;AI-generated content may be incorrect.">
            <a:extLst>
              <a:ext uri="{FF2B5EF4-FFF2-40B4-BE49-F238E27FC236}">
                <a16:creationId xmlns:a16="http://schemas.microsoft.com/office/drawing/2014/main" id="{A2DE2C5F-8409-F2E5-206D-7D6EA01A5B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84" r="6550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4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91578" y="838201"/>
            <a:ext cx="532362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4104" y="1924619"/>
            <a:ext cx="4155791" cy="1655378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3800" b="1" dirty="0"/>
              <a:t>Predicting European Weather with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10314" y="3668285"/>
            <a:ext cx="3323371" cy="13379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000" i="1"/>
              <a:t>Final Proposal </a:t>
            </a:r>
            <a:r>
              <a:rPr lang="en-GB" sz="2000"/>
              <a:t>for </a:t>
            </a:r>
            <a:r>
              <a:rPr lang="en-GB" sz="2000" err="1"/>
              <a:t>ClimateWins</a:t>
            </a:r>
            <a:endParaRPr lang="en-GB" sz="2000"/>
          </a:p>
          <a:p>
            <a:pPr>
              <a:lnSpc>
                <a:spcPct val="90000"/>
              </a:lnSpc>
            </a:pPr>
            <a:r>
              <a:rPr lang="en-GB" sz="2000"/>
              <a:t>Paul Maden</a:t>
            </a:r>
          </a:p>
          <a:p>
            <a:pPr>
              <a:lnSpc>
                <a:spcPct val="90000"/>
              </a:lnSpc>
            </a:pPr>
            <a:r>
              <a:rPr lang="en-GB" sz="2000"/>
              <a:t>June 2025</a:t>
            </a:r>
          </a:p>
        </p:txBody>
      </p:sp>
      <p:pic>
        <p:nvPicPr>
          <p:cNvPr id="9" name="Picture 8" descr="A logo with a sun and text&#10;&#10;AI-generated content may be incorrect.">
            <a:extLst>
              <a:ext uri="{FF2B5EF4-FFF2-40B4-BE49-F238E27FC236}">
                <a16:creationId xmlns:a16="http://schemas.microsoft.com/office/drawing/2014/main" id="{BCE3477B-8471-C26B-5C92-8EC6C50E8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0E6614-5D42-6C29-6BAA-2CA4B14C5538}"/>
              </a:ext>
            </a:extLst>
          </p:cNvPr>
          <p:cNvSpPr txBox="1"/>
          <p:nvPr/>
        </p:nvSpPr>
        <p:spPr>
          <a:xfrm>
            <a:off x="6089930" y="6289005"/>
            <a:ext cx="296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Image Credit: </a:t>
            </a:r>
            <a:r>
              <a:rPr lang="en-GB" i="1" dirty="0">
                <a:solidFill>
                  <a:schemeClr val="bg1"/>
                </a:solidFill>
              </a:rPr>
              <a:t>Depositphotos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field with a city in the background&#10;&#10;AI-generated content may be incorrect.">
            <a:extLst>
              <a:ext uri="{FF2B5EF4-FFF2-40B4-BE49-F238E27FC236}">
                <a16:creationId xmlns:a16="http://schemas.microsoft.com/office/drawing/2014/main" id="{80CA9B0C-94D9-0BFB-E48C-9A5A8FBAF2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0"/>
            <a:ext cx="9183029" cy="6863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67" y="23891"/>
            <a:ext cx="7571698" cy="1143000"/>
          </a:xfrm>
        </p:spPr>
        <p:txBody>
          <a:bodyPr>
            <a:normAutofit/>
          </a:bodyPr>
          <a:lstStyle/>
          <a:p>
            <a:pPr algn="l"/>
            <a:r>
              <a:rPr sz="4000" b="1" dirty="0"/>
              <a:t>Objectives </a:t>
            </a:r>
            <a:r>
              <a:rPr lang="en-GB" sz="4000" b="1" dirty="0"/>
              <a:t>&amp;</a:t>
            </a:r>
            <a:r>
              <a:rPr sz="4000" b="1" dirty="0"/>
              <a:t> Thought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358" y="1253699"/>
            <a:ext cx="1243361" cy="440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Objectives:</a:t>
            </a:r>
          </a:p>
          <a:p>
            <a:pPr marL="0" indent="0">
              <a:buNone/>
            </a:pPr>
            <a:endParaRPr sz="1000" dirty="0"/>
          </a:p>
        </p:txBody>
      </p:sp>
      <p:pic>
        <p:nvPicPr>
          <p:cNvPr id="9" name="Picture 8" descr="A logo with a sun and text&#10;&#10;AI-generated content may be incorrect.">
            <a:extLst>
              <a:ext uri="{FF2B5EF4-FFF2-40B4-BE49-F238E27FC236}">
                <a16:creationId xmlns:a16="http://schemas.microsoft.com/office/drawing/2014/main" id="{449AA82C-B401-D9A2-1762-0902EAD03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E246D4D-B8CC-0B42-908E-3E88156448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959887"/>
              </p:ext>
            </p:extLst>
          </p:nvPr>
        </p:nvGraphicFramePr>
        <p:xfrm>
          <a:off x="1326994" y="3516859"/>
          <a:ext cx="7672039" cy="3000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282538A-223B-990D-F1D6-2CF2933BC60A}"/>
              </a:ext>
            </a:extLst>
          </p:cNvPr>
          <p:cNvSpPr txBox="1">
            <a:spLocks/>
          </p:cNvSpPr>
          <p:nvPr/>
        </p:nvSpPr>
        <p:spPr>
          <a:xfrm>
            <a:off x="151936" y="3148429"/>
            <a:ext cx="2472784" cy="32782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3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Thought Experiments: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9092F86-64B8-C9F9-3B5D-40872AC360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0751536"/>
              </p:ext>
            </p:extLst>
          </p:nvPr>
        </p:nvGraphicFramePr>
        <p:xfrm>
          <a:off x="1396719" y="1300558"/>
          <a:ext cx="7610705" cy="1568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9C89306-F918-2630-4576-3613DAB5F181}"/>
              </a:ext>
            </a:extLst>
          </p:cNvPr>
          <p:cNvSpPr txBox="1"/>
          <p:nvPr/>
        </p:nvSpPr>
        <p:spPr>
          <a:xfrm>
            <a:off x="7433727" y="1320720"/>
            <a:ext cx="1285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bg1"/>
                </a:solidFill>
              </a:rPr>
              <a:t>Determine safest areas to live </a:t>
            </a:r>
            <a:r>
              <a:rPr lang="en-GB" sz="1500" dirty="0"/>
              <a:t> </a:t>
            </a:r>
            <a:r>
              <a:rPr lang="en-GB" sz="1500" dirty="0">
                <a:solidFill>
                  <a:schemeClr val="bg1"/>
                </a:solidFill>
              </a:rPr>
              <a:t>in Europe over the next 25 to 50 years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Graphic spid="14" grpId="0">
        <p:bldAsOne/>
      </p:bldGraphic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1000"/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49" y="12584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sz="4000" b="1" dirty="0"/>
              <a:t>Machine Learning Options</a:t>
            </a:r>
          </a:p>
        </p:txBody>
      </p:sp>
      <p:pic>
        <p:nvPicPr>
          <p:cNvPr id="4" name="Picture 3" descr="A logo with a sun and text&#10;&#10;AI-generated content may be incorrect.">
            <a:extLst>
              <a:ext uri="{FF2B5EF4-FFF2-40B4-BE49-F238E27FC236}">
                <a16:creationId xmlns:a16="http://schemas.microsoft.com/office/drawing/2014/main" id="{189F7C13-5D6A-9417-896A-C0D9C6EF4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EC7AE52-683A-E41D-8F82-A98685BC0F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8534474"/>
              </p:ext>
            </p:extLst>
          </p:nvPr>
        </p:nvGraphicFramePr>
        <p:xfrm>
          <a:off x="221559" y="1450680"/>
          <a:ext cx="8525399" cy="4240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1000"/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426" y="9258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sz="4000" b="1" dirty="0"/>
              <a:t>Additional Data Needed</a:t>
            </a:r>
          </a:p>
        </p:txBody>
      </p:sp>
      <p:pic>
        <p:nvPicPr>
          <p:cNvPr id="4" name="Picture 3" descr="A logo with a sun and text&#10;&#10;AI-generated content may be incorrect.">
            <a:extLst>
              <a:ext uri="{FF2B5EF4-FFF2-40B4-BE49-F238E27FC236}">
                <a16:creationId xmlns:a16="http://schemas.microsoft.com/office/drawing/2014/main" id="{9C6065F1-61D0-12B0-0923-6A0CE9BF1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11B047B-8552-F68E-800D-5A86C4E427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1924198"/>
              </p:ext>
            </p:extLst>
          </p:nvPr>
        </p:nvGraphicFramePr>
        <p:xfrm>
          <a:off x="247426" y="1590636"/>
          <a:ext cx="8423238" cy="4665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1000"/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48487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b="1" dirty="0"/>
              <a:t>Thought Experiment 1: </a:t>
            </a:r>
            <a:br>
              <a:rPr lang="en-GB" b="1" dirty="0"/>
            </a:br>
            <a:r>
              <a:rPr lang="en-GB" sz="4000" b="1" dirty="0"/>
              <a:t>Discovering Patterns in Changing Weather</a:t>
            </a:r>
            <a:endParaRPr sz="4000" b="1" dirty="0"/>
          </a:p>
        </p:txBody>
      </p:sp>
      <p:pic>
        <p:nvPicPr>
          <p:cNvPr id="4" name="Picture 3" descr="A logo with a sun and text&#10;&#10;AI-generated content may be incorrect.">
            <a:extLst>
              <a:ext uri="{FF2B5EF4-FFF2-40B4-BE49-F238E27FC236}">
                <a16:creationId xmlns:a16="http://schemas.microsoft.com/office/drawing/2014/main" id="{10305ECD-9E43-0526-6089-EA4BCDD04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CC510F-CDBA-7987-1064-4815EA069C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8386745"/>
              </p:ext>
            </p:extLst>
          </p:nvPr>
        </p:nvGraphicFramePr>
        <p:xfrm>
          <a:off x="356839" y="17605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89A1423-236D-9E39-51A0-2E8FC3BBDA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0084370"/>
              </p:ext>
            </p:extLst>
          </p:nvPr>
        </p:nvGraphicFramePr>
        <p:xfrm>
          <a:off x="6891114" y="1103970"/>
          <a:ext cx="2041153" cy="4890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CCD25A7-C8D4-8E0E-DB4D-108028D6A0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914" y="5133253"/>
            <a:ext cx="2707568" cy="1476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Graphic spid="13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1000"/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FB3AD-CFAB-D660-BC96-4A739BD37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D325-E2EA-0373-516B-E09B239CD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8487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b="1" dirty="0"/>
              <a:t>Thought Experiment </a:t>
            </a:r>
            <a:r>
              <a:rPr lang="en-GB" b="1" dirty="0"/>
              <a:t>2</a:t>
            </a:r>
            <a:r>
              <a:rPr b="1" dirty="0"/>
              <a:t>: </a:t>
            </a:r>
            <a:br>
              <a:rPr lang="en-GB" b="1" dirty="0"/>
            </a:br>
            <a:r>
              <a:rPr lang="en-GB" sz="4000" b="1" dirty="0"/>
              <a:t>Better Forecasts Through Tuning</a:t>
            </a:r>
            <a:endParaRPr sz="4000" b="1" dirty="0"/>
          </a:p>
        </p:txBody>
      </p:sp>
      <p:pic>
        <p:nvPicPr>
          <p:cNvPr id="4" name="Picture 3" descr="A logo with a sun and text&#10;&#10;AI-generated content may be incorrect.">
            <a:extLst>
              <a:ext uri="{FF2B5EF4-FFF2-40B4-BE49-F238E27FC236}">
                <a16:creationId xmlns:a16="http://schemas.microsoft.com/office/drawing/2014/main" id="{7B71CE2C-90BE-F211-DBEB-45366E931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6752B31-2687-08B8-73AE-628A32EA4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427467"/>
              </p:ext>
            </p:extLst>
          </p:nvPr>
        </p:nvGraphicFramePr>
        <p:xfrm>
          <a:off x="356839" y="17605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8A30632-751C-89D5-9383-834AC80337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9114083"/>
              </p:ext>
            </p:extLst>
          </p:nvPr>
        </p:nvGraphicFramePr>
        <p:xfrm>
          <a:off x="6891114" y="1103970"/>
          <a:ext cx="2041153" cy="4890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4262092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Graphic spid="13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1000"/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6051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b="1"/>
              <a:t>Thought Experiment 2: </a:t>
            </a:r>
            <a:br>
              <a:rPr lang="en-GB" b="1"/>
            </a:br>
            <a:r>
              <a:rPr lang="en-GB" sz="4000" b="1"/>
              <a:t>Better Forecasts Through Tuning (cont..)</a:t>
            </a:r>
            <a:endParaRPr lang="en-GB" sz="4000" b="1" dirty="0"/>
          </a:p>
        </p:txBody>
      </p:sp>
      <p:pic>
        <p:nvPicPr>
          <p:cNvPr id="4" name="Picture 3" descr="A logo with a sun and text&#10;&#10;AI-generated content may be incorrect.">
            <a:extLst>
              <a:ext uri="{FF2B5EF4-FFF2-40B4-BE49-F238E27FC236}">
                <a16:creationId xmlns:a16="http://schemas.microsoft.com/office/drawing/2014/main" id="{503E5CC9-A750-ACCA-59ED-F4EC1A57C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BCB541-3312-7F67-240E-D3BAEB632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814" y="1715890"/>
            <a:ext cx="3049692" cy="1563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63C1A8-8D48-DDAC-99E7-6F59BB943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494" y="1715890"/>
            <a:ext cx="2876533" cy="1564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DFC4EC-3F33-10BE-4E33-2BC476CEFD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814" y="3429000"/>
            <a:ext cx="3049693" cy="16395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987320-74F7-DF4A-B353-E284E77296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262" y="3438161"/>
            <a:ext cx="3026995" cy="16835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15BFB9-F760-55E8-9041-233FB501B0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815" y="5155634"/>
            <a:ext cx="3049691" cy="16395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7F0EC5-F26B-4332-FF52-2C990EBC92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4566" y="5246472"/>
            <a:ext cx="3049691" cy="15487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52846F6-B3CC-62E3-5826-BB8610264E94}"/>
              </a:ext>
            </a:extLst>
          </p:cNvPr>
          <p:cNvSpPr txBox="1"/>
          <p:nvPr/>
        </p:nvSpPr>
        <p:spPr>
          <a:xfrm rot="16200000">
            <a:off x="-1044546" y="3661032"/>
            <a:ext cx="2972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Pre-Optimised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904B21-81B2-3494-DC50-3769D9797526}"/>
              </a:ext>
            </a:extLst>
          </p:cNvPr>
          <p:cNvSpPr txBox="1"/>
          <p:nvPr/>
        </p:nvSpPr>
        <p:spPr>
          <a:xfrm rot="16200000">
            <a:off x="2837396" y="3425719"/>
            <a:ext cx="3443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Post-Optimised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1000"/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74CF4-FC10-8871-A5C3-842F274E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C6E5-468B-5AE2-821B-7F9CA5B3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8487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b="1" dirty="0"/>
              <a:t>Thought Experiment </a:t>
            </a:r>
            <a:r>
              <a:rPr lang="en-GB" b="1" dirty="0"/>
              <a:t>3</a:t>
            </a:r>
            <a:r>
              <a:rPr b="1" dirty="0"/>
              <a:t>: </a:t>
            </a:r>
            <a:br>
              <a:rPr lang="en-GB" b="1" dirty="0"/>
            </a:br>
            <a:r>
              <a:rPr lang="en-GB" sz="4000" b="1" dirty="0"/>
              <a:t>Seeing Weather with ML</a:t>
            </a:r>
            <a:endParaRPr sz="4000" b="1" dirty="0"/>
          </a:p>
        </p:txBody>
      </p:sp>
      <p:pic>
        <p:nvPicPr>
          <p:cNvPr id="4" name="Picture 3" descr="A logo with a sun and text&#10;&#10;AI-generated content may be incorrect.">
            <a:extLst>
              <a:ext uri="{FF2B5EF4-FFF2-40B4-BE49-F238E27FC236}">
                <a16:creationId xmlns:a16="http://schemas.microsoft.com/office/drawing/2014/main" id="{39CF3CD2-152F-22C5-6D09-EC447E5F1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2176181-26D8-80FC-1409-4B88800D6B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505176"/>
              </p:ext>
            </p:extLst>
          </p:nvPr>
        </p:nvGraphicFramePr>
        <p:xfrm>
          <a:off x="356839" y="17605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9B8FE1F-0312-7545-BF57-013FE20FEC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623756"/>
              </p:ext>
            </p:extLst>
          </p:nvPr>
        </p:nvGraphicFramePr>
        <p:xfrm>
          <a:off x="6891114" y="1103970"/>
          <a:ext cx="2041153" cy="4890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3076356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Graphic spid="13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1000"/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AF351-CB88-9F66-5F74-C31914B81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47A0-8353-8EC8-9583-74BB074B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051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/>
              <a:t>Thought Experiment 3: </a:t>
            </a:r>
            <a:br>
              <a:rPr lang="en-GB" b="1" dirty="0"/>
            </a:br>
            <a:r>
              <a:rPr lang="en-GB" sz="4000" b="1" dirty="0"/>
              <a:t>Seeing Weather with ML (cont..)</a:t>
            </a:r>
          </a:p>
        </p:txBody>
      </p:sp>
      <p:pic>
        <p:nvPicPr>
          <p:cNvPr id="4" name="Picture 3" descr="A logo with a sun and text&#10;&#10;AI-generated content may be incorrect.">
            <a:extLst>
              <a:ext uri="{FF2B5EF4-FFF2-40B4-BE49-F238E27FC236}">
                <a16:creationId xmlns:a16="http://schemas.microsoft.com/office/drawing/2014/main" id="{3E555DC4-8025-0885-34C8-44106B7F7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680BC69-C245-95C8-A940-313F297CCB51}"/>
              </a:ext>
            </a:extLst>
          </p:cNvPr>
          <p:cNvSpPr txBox="1"/>
          <p:nvPr/>
        </p:nvSpPr>
        <p:spPr>
          <a:xfrm rot="16200000">
            <a:off x="-983279" y="2413219"/>
            <a:ext cx="2850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CNN Model Error (loss) during training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4FB02-22E5-ACA1-A4F3-8176DF5373C9}"/>
              </a:ext>
            </a:extLst>
          </p:cNvPr>
          <p:cNvSpPr txBox="1"/>
          <p:nvPr/>
        </p:nvSpPr>
        <p:spPr>
          <a:xfrm rot="16200000">
            <a:off x="3562296" y="2413219"/>
            <a:ext cx="28504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CNN Model Accuracy during training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8583DE-B06E-1548-B7FE-3CEAA76D2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01" y="1571448"/>
            <a:ext cx="3600713" cy="2570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8FEB1F-E04E-AD9E-6C12-9C213EE105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106" y="1641735"/>
            <a:ext cx="3548726" cy="2511623"/>
          </a:xfrm>
          <a:prstGeom prst="rect">
            <a:avLst/>
          </a:prstGeom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6D00D370-4905-9A43-F36E-955577F03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4181021"/>
              </p:ext>
            </p:extLst>
          </p:nvPr>
        </p:nvGraphicFramePr>
        <p:xfrm>
          <a:off x="873301" y="4445000"/>
          <a:ext cx="3600713" cy="203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93488D60-65F1-66F4-8968-536F72E3AB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1889894"/>
              </p:ext>
            </p:extLst>
          </p:nvPr>
        </p:nvGraphicFramePr>
        <p:xfrm>
          <a:off x="5311934" y="4445000"/>
          <a:ext cx="3721898" cy="203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196964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  <p:bldGraphic spid="17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1000"/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567" y="86024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sz="4000" b="1" dirty="0"/>
              <a:t>Summary </a:t>
            </a:r>
            <a:r>
              <a:rPr lang="en-GB" sz="4000" b="1" dirty="0"/>
              <a:t>&amp;</a:t>
            </a:r>
            <a:r>
              <a:rPr sz="4000" b="1" dirty="0"/>
              <a:t> Recommendations</a:t>
            </a:r>
          </a:p>
        </p:txBody>
      </p:sp>
      <p:pic>
        <p:nvPicPr>
          <p:cNvPr id="4" name="Picture 3" descr="A logo with a sun and text&#10;&#10;AI-generated content may be incorrect.">
            <a:extLst>
              <a:ext uri="{FF2B5EF4-FFF2-40B4-BE49-F238E27FC236}">
                <a16:creationId xmlns:a16="http://schemas.microsoft.com/office/drawing/2014/main" id="{2629D0A1-54D2-65D5-C6E7-7644981C7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70DF2A98-B551-6F60-F4C6-87D49F4A2E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7525511"/>
              </p:ext>
            </p:extLst>
          </p:nvPr>
        </p:nvGraphicFramePr>
        <p:xfrm>
          <a:off x="376212" y="2177979"/>
          <a:ext cx="8069955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2097869-2B7B-525C-E5EA-759BFDA112EF}"/>
              </a:ext>
            </a:extLst>
          </p:cNvPr>
          <p:cNvSpPr txBox="1"/>
          <p:nvPr/>
        </p:nvSpPr>
        <p:spPr>
          <a:xfrm>
            <a:off x="767410" y="1060169"/>
            <a:ext cx="806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Summary of Findings	       Recommendations 		          Next Steps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2A4767-68E1-6007-C298-9DD29A1655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3832" y="1429501"/>
            <a:ext cx="664684" cy="6646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26BD71-491D-4D90-7992-6E908B76E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7469" y="1426746"/>
            <a:ext cx="667439" cy="6674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999C47-60F8-2920-35C7-81D51FA1B3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5431" y="1385433"/>
            <a:ext cx="752820" cy="752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1000"/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96662"/>
            <a:ext cx="8229600" cy="1143000"/>
          </a:xfrm>
        </p:spPr>
        <p:txBody>
          <a:bodyPr/>
          <a:lstStyle/>
          <a:p>
            <a:r>
              <a:rPr dirty="0"/>
              <a:t>Thank You!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B1F334-7842-9DE6-3A0E-FF03EF48C0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47BF779-92F6-A915-BE22-EE1D1BE36FF3}"/>
              </a:ext>
            </a:extLst>
          </p:cNvPr>
          <p:cNvSpPr txBox="1"/>
          <p:nvPr/>
        </p:nvSpPr>
        <p:spPr>
          <a:xfrm>
            <a:off x="2420472" y="5387499"/>
            <a:ext cx="4953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9"/>
              </a:rPr>
              <a:t>GitHub-Repo: Supervised-ML-Weather-Models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439F23-87B6-6CEF-B4D3-76AB2D4002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4222" y="5334040"/>
            <a:ext cx="476250" cy="476250"/>
          </a:xfrm>
          <a:prstGeom prst="rect">
            <a:avLst/>
          </a:prstGeom>
        </p:spPr>
      </p:pic>
      <p:pic>
        <p:nvPicPr>
          <p:cNvPr id="4" name="Picture 3" descr="A logo with a sun and text&#10;&#10;AI-generated content may be incorrect.">
            <a:extLst>
              <a:ext uri="{FF2B5EF4-FFF2-40B4-BE49-F238E27FC236}">
                <a16:creationId xmlns:a16="http://schemas.microsoft.com/office/drawing/2014/main" id="{407005F6-0B29-5983-5DA3-A47F86189E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1698" y="92588"/>
            <a:ext cx="1572302" cy="7354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C4AB85-6E63-8194-7CF4-52538791A307}"/>
              </a:ext>
            </a:extLst>
          </p:cNvPr>
          <p:cNvSpPr txBox="1"/>
          <p:nvPr/>
        </p:nvSpPr>
        <p:spPr>
          <a:xfrm>
            <a:off x="760164" y="794072"/>
            <a:ext cx="7623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These findings can help in identifying safe zones, reduce risk, and support climate-ready communities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1992</Words>
  <Application>Microsoft Office PowerPoint</Application>
  <PresentationFormat>On-screen Show (4:3)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Predicting European Weather with Machine Learning</vt:lpstr>
      <vt:lpstr>Objectives &amp; Thought Experiments</vt:lpstr>
      <vt:lpstr>Machine Learning Options</vt:lpstr>
      <vt:lpstr>Additional Data Needed</vt:lpstr>
      <vt:lpstr>Thought Experiment 1:  Discovering Patterns in Changing Weather</vt:lpstr>
      <vt:lpstr>Thought Experiment 2:  Better Forecasts Through Tuning</vt:lpstr>
      <vt:lpstr>Thought Experiment 2:  Better Forecasts Through Tuning (cont..)</vt:lpstr>
      <vt:lpstr>Thought Experiment 3:  Seeing Weather with ML</vt:lpstr>
      <vt:lpstr>Thought Experiment 3:  Seeing Weather with ML (cont..)</vt:lpstr>
      <vt:lpstr>Summary &amp; Recommendations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Maden</dc:creator>
  <cp:keywords/>
  <dc:description>generated using python-pptx</dc:description>
  <cp:lastModifiedBy>Paul Maden</cp:lastModifiedBy>
  <cp:revision>133</cp:revision>
  <dcterms:created xsi:type="dcterms:W3CDTF">2013-01-27T09:14:16Z</dcterms:created>
  <dcterms:modified xsi:type="dcterms:W3CDTF">2025-06-29T11:17:19Z</dcterms:modified>
  <cp:category/>
</cp:coreProperties>
</file>